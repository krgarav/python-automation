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(1080 x 1350 px)</dc:title>
  <dc:creator/>
  <cp:lastModifiedBy>Priya Rathor</cp:lastModifiedBy>
  <cp:revision>3</cp:revision>
  <dcterms:created xsi:type="dcterms:W3CDTF">2006-08-16T00:00:00Z</dcterms:created>
  <dcterms:modified xsi:type="dcterms:W3CDTF">2025-12-11T05:14:41Z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2D812C0F8A574EAF9A0B0BB4E838EE68_12</vt:lpwstr>
  </property>
  <property fmtid="{D5CDD505-2E9C-101B-9397-08002B2CF9AE}" pid="3" name="KSOProductBuildVer">
    <vt:lpwstr>2057-12.2.0.23149</vt:lpwstr>
  </property>
</Properties>
</file>