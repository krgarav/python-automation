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0287000" cy="12852400"/>
  <p:notesSz cx="6858000" cy="9144000"/>
  <p:embeddedFontLst>
    <p:embeddedFont>
      <p:font typeface="Gordita Bold" panose="020B0604020202020204" charset="0"/>
      <p:regular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  <p:embeddedFont>
      <p:font typeface="Open Sans Bold" panose="020B0806030504020204" pitchFamily="34" charset="0"/>
      <p:regular r:id="rId10"/>
      <p:bold r:id="rId11"/>
    </p:embeddedFont>
    <p:embeddedFont>
      <p:font typeface="Open Sans Bold Italics" panose="020B0604020202020204" charset="0"/>
      <p:regular r:id="rId12"/>
    </p:embeddedFont>
    <p:embeddedFont>
      <p:font typeface="Poppi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877" y="-31771"/>
            <a:ext cx="10332754" cy="12915942"/>
            <a:chOff x="0" y="0"/>
            <a:chExt cx="13777005" cy="17221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6961" cy="17221200"/>
            </a:xfrm>
            <a:custGeom>
              <a:avLst/>
              <a:gdLst/>
              <a:ahLst/>
              <a:cxnLst/>
              <a:rect l="l" t="t" r="r" b="b"/>
              <a:pathLst>
                <a:path w="13776961" h="17221200">
                  <a:moveTo>
                    <a:pt x="0" y="0"/>
                  </a:moveTo>
                  <a:lnTo>
                    <a:pt x="13776961" y="0"/>
                  </a:lnTo>
                  <a:lnTo>
                    <a:pt x="13776961" y="17221200"/>
                  </a:lnTo>
                  <a:lnTo>
                    <a:pt x="0" y="1722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6" r="-2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8076617" y="694906"/>
            <a:ext cx="1757027" cy="1757027"/>
          </a:xfrm>
          <a:custGeom>
            <a:avLst/>
            <a:gdLst/>
            <a:ahLst/>
            <a:cxnLst/>
            <a:rect l="l" t="t" r="r" b="b"/>
            <a:pathLst>
              <a:path w="1757027" h="1757027">
                <a:moveTo>
                  <a:pt x="0" y="0"/>
                </a:moveTo>
                <a:lnTo>
                  <a:pt x="1757027" y="0"/>
                </a:lnTo>
                <a:lnTo>
                  <a:pt x="1757027" y="1757027"/>
                </a:lnTo>
                <a:lnTo>
                  <a:pt x="0" y="1757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66976" y="5145036"/>
            <a:ext cx="727076" cy="7770910"/>
          </a:xfrm>
          <a:custGeom>
            <a:avLst/>
            <a:gdLst/>
            <a:ahLst/>
            <a:cxnLst/>
            <a:rect l="l" t="t" r="r" b="b"/>
            <a:pathLst>
              <a:path w="727076" h="7770910">
                <a:moveTo>
                  <a:pt x="0" y="0"/>
                </a:moveTo>
                <a:lnTo>
                  <a:pt x="727076" y="0"/>
                </a:lnTo>
                <a:lnTo>
                  <a:pt x="727076" y="7770910"/>
                </a:lnTo>
                <a:lnTo>
                  <a:pt x="0" y="7770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26" r="-42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331271" y="873402"/>
            <a:ext cx="1220819" cy="1400080"/>
            <a:chOff x="0" y="0"/>
            <a:chExt cx="1627759" cy="18667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7759" cy="1866773"/>
            </a:xfrm>
            <a:custGeom>
              <a:avLst/>
              <a:gdLst/>
              <a:ahLst/>
              <a:cxnLst/>
              <a:rect l="l" t="t" r="r" b="b"/>
              <a:pathLst>
                <a:path w="1627759" h="1866773">
                  <a:moveTo>
                    <a:pt x="0" y="0"/>
                  </a:moveTo>
                  <a:lnTo>
                    <a:pt x="1627759" y="0"/>
                  </a:lnTo>
                  <a:lnTo>
                    <a:pt x="1627759" y="1866773"/>
                  </a:lnTo>
                  <a:lnTo>
                    <a:pt x="0" y="1866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9" r="-2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870056" y="11632508"/>
            <a:ext cx="549621" cy="549621"/>
          </a:xfrm>
          <a:custGeom>
            <a:avLst/>
            <a:gdLst/>
            <a:ahLst/>
            <a:cxnLst/>
            <a:rect l="l" t="t" r="r" b="b"/>
            <a:pathLst>
              <a:path w="549621" h="549621">
                <a:moveTo>
                  <a:pt x="0" y="0"/>
                </a:moveTo>
                <a:lnTo>
                  <a:pt x="549621" y="0"/>
                </a:lnTo>
                <a:lnTo>
                  <a:pt x="549621" y="549621"/>
                </a:lnTo>
                <a:lnTo>
                  <a:pt x="0" y="5496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95686" y="11760002"/>
            <a:ext cx="298362" cy="294632"/>
          </a:xfrm>
          <a:custGeom>
            <a:avLst/>
            <a:gdLst/>
            <a:ahLst/>
            <a:cxnLst/>
            <a:rect l="l" t="t" r="r" b="b"/>
            <a:pathLst>
              <a:path w="298362" h="294632">
                <a:moveTo>
                  <a:pt x="0" y="0"/>
                </a:moveTo>
                <a:lnTo>
                  <a:pt x="298362" y="0"/>
                </a:lnTo>
                <a:lnTo>
                  <a:pt x="298362" y="294632"/>
                </a:lnTo>
                <a:lnTo>
                  <a:pt x="0" y="294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632" b="-6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08627" y="11449151"/>
            <a:ext cx="3910947" cy="41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530" b="1">
                <a:solidFill>
                  <a:srgbClr val="F4C014"/>
                </a:solidFill>
                <a:latin typeface="Gordita Bold"/>
                <a:ea typeface="Gordita Bold"/>
                <a:cs typeface="Gordita Bold"/>
                <a:sym typeface="Gordita Bold"/>
              </a:rPr>
              <a:t>WEBINAR BRIEF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8494" y="11773856"/>
            <a:ext cx="5732730" cy="48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&lt;&lt; Filled by Admin</a:t>
            </a:r>
          </a:p>
        </p:txBody>
      </p:sp>
      <p:sp>
        <p:nvSpPr>
          <p:cNvPr id="12" name="Freeform 12"/>
          <p:cNvSpPr/>
          <p:nvPr/>
        </p:nvSpPr>
        <p:spPr>
          <a:xfrm>
            <a:off x="870056" y="8020553"/>
            <a:ext cx="549621" cy="549621"/>
          </a:xfrm>
          <a:custGeom>
            <a:avLst/>
            <a:gdLst/>
            <a:ahLst/>
            <a:cxnLst/>
            <a:rect l="l" t="t" r="r" b="b"/>
            <a:pathLst>
              <a:path w="549621" h="549621">
                <a:moveTo>
                  <a:pt x="0" y="0"/>
                </a:moveTo>
                <a:lnTo>
                  <a:pt x="549621" y="0"/>
                </a:lnTo>
                <a:lnTo>
                  <a:pt x="549621" y="549621"/>
                </a:lnTo>
                <a:lnTo>
                  <a:pt x="0" y="5496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1002182" y="8128966"/>
            <a:ext cx="285368" cy="332791"/>
          </a:xfrm>
          <a:custGeom>
            <a:avLst/>
            <a:gdLst/>
            <a:ahLst/>
            <a:cxnLst/>
            <a:rect l="l" t="t" r="r" b="b"/>
            <a:pathLst>
              <a:path w="285368" h="332791">
                <a:moveTo>
                  <a:pt x="0" y="0"/>
                </a:moveTo>
                <a:lnTo>
                  <a:pt x="285368" y="0"/>
                </a:lnTo>
                <a:lnTo>
                  <a:pt x="285368" y="332791"/>
                </a:lnTo>
                <a:lnTo>
                  <a:pt x="0" y="3327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645" r="-16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742886" y="7837197"/>
            <a:ext cx="4458190" cy="41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530" b="1">
                <a:solidFill>
                  <a:srgbClr val="F4C014"/>
                </a:solidFill>
                <a:latin typeface="Gordita Bold"/>
                <a:ea typeface="Gordita Bold"/>
                <a:cs typeface="Gordita Bold"/>
                <a:sym typeface="Gordita Bold"/>
              </a:rPr>
              <a:t>STYLE(S) SELECTED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42886" y="8139056"/>
            <a:ext cx="2699786" cy="110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8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Which style's do you like</a:t>
            </a:r>
          </a:p>
          <a:p>
            <a:pPr algn="l">
              <a:lnSpc>
                <a:spcPts val="2645"/>
              </a:lnSpc>
            </a:pPr>
            <a:endParaRPr lang="en-US" sz="18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70056" y="6930700"/>
            <a:ext cx="549621" cy="549621"/>
          </a:xfrm>
          <a:custGeom>
            <a:avLst/>
            <a:gdLst/>
            <a:ahLst/>
            <a:cxnLst/>
            <a:rect l="l" t="t" r="r" b="b"/>
            <a:pathLst>
              <a:path w="549621" h="549621">
                <a:moveTo>
                  <a:pt x="0" y="0"/>
                </a:moveTo>
                <a:lnTo>
                  <a:pt x="549621" y="0"/>
                </a:lnTo>
                <a:lnTo>
                  <a:pt x="549621" y="549621"/>
                </a:lnTo>
                <a:lnTo>
                  <a:pt x="0" y="5496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98085" y="7058728"/>
            <a:ext cx="293561" cy="293561"/>
          </a:xfrm>
          <a:custGeom>
            <a:avLst/>
            <a:gdLst/>
            <a:ahLst/>
            <a:cxnLst/>
            <a:rect l="l" t="t" r="r" b="b"/>
            <a:pathLst>
              <a:path w="293561" h="293561">
                <a:moveTo>
                  <a:pt x="0" y="0"/>
                </a:moveTo>
                <a:lnTo>
                  <a:pt x="293561" y="0"/>
                </a:lnTo>
                <a:lnTo>
                  <a:pt x="293561" y="293562"/>
                </a:lnTo>
                <a:lnTo>
                  <a:pt x="0" y="2935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742886" y="6747341"/>
            <a:ext cx="1693635" cy="41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530" b="1">
                <a:solidFill>
                  <a:srgbClr val="F4C014"/>
                </a:solidFill>
                <a:latin typeface="Gordita Bold"/>
                <a:ea typeface="Gordita Bold"/>
                <a:cs typeface="Gordita Bold"/>
                <a:sym typeface="Gordita Bold"/>
              </a:rPr>
              <a:t>ROOM SIZE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2886" y="7027976"/>
            <a:ext cx="2217022" cy="36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9"/>
              </a:lnSpc>
            </a:pPr>
            <a:r>
              <a:rPr lang="en-US" sz="1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Q. Area m2  </a:t>
            </a:r>
          </a:p>
        </p:txBody>
      </p:sp>
      <p:sp>
        <p:nvSpPr>
          <p:cNvPr id="20" name="Freeform 20"/>
          <p:cNvSpPr/>
          <p:nvPr/>
        </p:nvSpPr>
        <p:spPr>
          <a:xfrm>
            <a:off x="904294" y="4403552"/>
            <a:ext cx="481145" cy="455283"/>
          </a:xfrm>
          <a:custGeom>
            <a:avLst/>
            <a:gdLst/>
            <a:ahLst/>
            <a:cxnLst/>
            <a:rect l="l" t="t" r="r" b="b"/>
            <a:pathLst>
              <a:path w="481145" h="455283">
                <a:moveTo>
                  <a:pt x="0" y="0"/>
                </a:moveTo>
                <a:lnTo>
                  <a:pt x="481145" y="0"/>
                </a:lnTo>
                <a:lnTo>
                  <a:pt x="481145" y="455284"/>
                </a:lnTo>
                <a:lnTo>
                  <a:pt x="0" y="4552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269" r="-2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634211" y="11090133"/>
            <a:ext cx="1051560" cy="1051560"/>
          </a:xfrm>
          <a:custGeom>
            <a:avLst/>
            <a:gdLst/>
            <a:ahLst/>
            <a:cxnLst/>
            <a:rect l="l" t="t" r="r" b="b"/>
            <a:pathLst>
              <a:path w="1186654" h="1186654">
                <a:moveTo>
                  <a:pt x="0" y="0"/>
                </a:moveTo>
                <a:lnTo>
                  <a:pt x="1186654" y="0"/>
                </a:lnTo>
                <a:lnTo>
                  <a:pt x="1186654" y="1186654"/>
                </a:lnTo>
                <a:lnTo>
                  <a:pt x="0" y="118665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70056" y="10540512"/>
            <a:ext cx="549621" cy="549621"/>
          </a:xfrm>
          <a:custGeom>
            <a:avLst/>
            <a:gdLst/>
            <a:ahLst/>
            <a:cxnLst/>
            <a:rect l="l" t="t" r="r" b="b"/>
            <a:pathLst>
              <a:path w="549621" h="549621">
                <a:moveTo>
                  <a:pt x="0" y="0"/>
                </a:moveTo>
                <a:lnTo>
                  <a:pt x="549621" y="0"/>
                </a:lnTo>
                <a:lnTo>
                  <a:pt x="549621" y="549622"/>
                </a:lnTo>
                <a:lnTo>
                  <a:pt x="0" y="5496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960076" y="10691744"/>
            <a:ext cx="369581" cy="247157"/>
          </a:xfrm>
          <a:custGeom>
            <a:avLst/>
            <a:gdLst/>
            <a:ahLst/>
            <a:cxnLst/>
            <a:rect l="l" t="t" r="r" b="b"/>
            <a:pathLst>
              <a:path w="369581" h="247157">
                <a:moveTo>
                  <a:pt x="0" y="0"/>
                </a:moveTo>
                <a:lnTo>
                  <a:pt x="369581" y="0"/>
                </a:lnTo>
                <a:lnTo>
                  <a:pt x="369581" y="247158"/>
                </a:lnTo>
                <a:lnTo>
                  <a:pt x="0" y="24715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156" r="-1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708627" y="10357155"/>
            <a:ext cx="3641660" cy="41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530" b="1">
                <a:solidFill>
                  <a:srgbClr val="F4C014"/>
                </a:solidFill>
                <a:latin typeface="Gordita Bold"/>
                <a:ea typeface="Gordita Bold"/>
                <a:cs typeface="Gordita Bold"/>
                <a:sym typeface="Gordita Bold"/>
              </a:rPr>
              <a:t>WINNING PROJECT DESIGN FEES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78494" y="10690108"/>
            <a:ext cx="2251281" cy="590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9"/>
              </a:lnSpc>
            </a:pPr>
            <a:r>
              <a:rPr lang="en-US" sz="1895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&lt;&lt; Filled by Admin</a:t>
            </a:r>
          </a:p>
        </p:txBody>
      </p:sp>
      <p:sp>
        <p:nvSpPr>
          <p:cNvPr id="26" name="Freeform 26"/>
          <p:cNvSpPr/>
          <p:nvPr/>
        </p:nvSpPr>
        <p:spPr>
          <a:xfrm>
            <a:off x="870056" y="9450078"/>
            <a:ext cx="549621" cy="549621"/>
          </a:xfrm>
          <a:custGeom>
            <a:avLst/>
            <a:gdLst/>
            <a:ahLst/>
            <a:cxnLst/>
            <a:rect l="l" t="t" r="r" b="b"/>
            <a:pathLst>
              <a:path w="549621" h="549621">
                <a:moveTo>
                  <a:pt x="0" y="0"/>
                </a:moveTo>
                <a:lnTo>
                  <a:pt x="549621" y="0"/>
                </a:lnTo>
                <a:lnTo>
                  <a:pt x="549621" y="549622"/>
                </a:lnTo>
                <a:lnTo>
                  <a:pt x="0" y="5496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016035" y="9540847"/>
            <a:ext cx="257662" cy="368088"/>
          </a:xfrm>
          <a:custGeom>
            <a:avLst/>
            <a:gdLst/>
            <a:ahLst/>
            <a:cxnLst/>
            <a:rect l="l" t="t" r="r" b="b"/>
            <a:pathLst>
              <a:path w="257662" h="368088">
                <a:moveTo>
                  <a:pt x="0" y="0"/>
                </a:moveTo>
                <a:lnTo>
                  <a:pt x="257662" y="0"/>
                </a:lnTo>
                <a:lnTo>
                  <a:pt x="257662" y="368088"/>
                </a:lnTo>
                <a:lnTo>
                  <a:pt x="0" y="36808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1281" r="-12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742886" y="9266725"/>
            <a:ext cx="2052472" cy="41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530" b="1">
                <a:solidFill>
                  <a:srgbClr val="F4C014"/>
                </a:solidFill>
                <a:latin typeface="Gordita Bold"/>
                <a:ea typeface="Gordita Bold"/>
                <a:cs typeface="Gordita Bold"/>
                <a:sym typeface="Gordita Bold"/>
              </a:rPr>
              <a:t>LOCATION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8627" y="9548558"/>
            <a:ext cx="2699786" cy="69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8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Location1</a:t>
            </a:r>
          </a:p>
          <a:p>
            <a:pPr algn="l">
              <a:lnSpc>
                <a:spcPts val="2645"/>
              </a:lnSpc>
            </a:pPr>
            <a:endParaRPr lang="en-US" sz="18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904294" y="5497265"/>
            <a:ext cx="549621" cy="549621"/>
          </a:xfrm>
          <a:custGeom>
            <a:avLst/>
            <a:gdLst/>
            <a:ahLst/>
            <a:cxnLst/>
            <a:rect l="l" t="t" r="r" b="b"/>
            <a:pathLst>
              <a:path w="549621" h="549621">
                <a:moveTo>
                  <a:pt x="0" y="0"/>
                </a:moveTo>
                <a:lnTo>
                  <a:pt x="549621" y="0"/>
                </a:lnTo>
                <a:lnTo>
                  <a:pt x="549621" y="549621"/>
                </a:lnTo>
                <a:lnTo>
                  <a:pt x="0" y="5496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027116" y="5617838"/>
            <a:ext cx="308470" cy="308470"/>
          </a:xfrm>
          <a:custGeom>
            <a:avLst/>
            <a:gdLst/>
            <a:ahLst/>
            <a:cxnLst/>
            <a:rect l="l" t="t" r="r" b="b"/>
            <a:pathLst>
              <a:path w="308470" h="308470">
                <a:moveTo>
                  <a:pt x="0" y="0"/>
                </a:moveTo>
                <a:lnTo>
                  <a:pt x="308470" y="0"/>
                </a:lnTo>
                <a:lnTo>
                  <a:pt x="308470" y="308470"/>
                </a:lnTo>
                <a:lnTo>
                  <a:pt x="0" y="30847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777124" y="5313907"/>
            <a:ext cx="3722746" cy="25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1530" b="1">
                <a:solidFill>
                  <a:srgbClr val="F4C014"/>
                </a:solidFill>
                <a:latin typeface="Gordita Bold"/>
                <a:ea typeface="Gordita Bold"/>
                <a:cs typeface="Gordita Bold"/>
                <a:sym typeface="Gordita Bold"/>
              </a:rPr>
              <a:t>SPACE TO BE DESIGNED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42886" y="5599862"/>
            <a:ext cx="3057968" cy="67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1890" spc="5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11. Space to be designed</a:t>
            </a:r>
          </a:p>
          <a:p>
            <a:pPr algn="l">
              <a:lnSpc>
                <a:spcPts val="2754"/>
              </a:lnSpc>
            </a:pPr>
            <a:endParaRPr lang="en-US" sz="1890" spc="5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02179" y="1161158"/>
            <a:ext cx="5060019" cy="129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6850" b="1" spc="2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NEW </a:t>
            </a:r>
          </a:p>
          <a:p>
            <a:pPr algn="l">
              <a:lnSpc>
                <a:spcPts val="6709"/>
              </a:lnSpc>
            </a:pPr>
            <a:r>
              <a:rPr lang="en-US" sz="6850" b="1" spc="225">
                <a:solidFill>
                  <a:srgbClr val="002A38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9576" y="2996708"/>
            <a:ext cx="7597674" cy="131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4"/>
              </a:lnSpc>
            </a:pPr>
            <a:r>
              <a:rPr lang="en-US" sz="5925" b="1" dirty="0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Q. Project Name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07945" y="4487712"/>
            <a:ext cx="3843023" cy="453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0" b="1" dirty="0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Residential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3209" y="1051750"/>
            <a:ext cx="9313069" cy="10793349"/>
            <a:chOff x="0" y="0"/>
            <a:chExt cx="12417425" cy="143911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7425" cy="14391132"/>
            </a:xfrm>
            <a:custGeom>
              <a:avLst/>
              <a:gdLst/>
              <a:ahLst/>
              <a:cxnLst/>
              <a:rect l="l" t="t" r="r" b="b"/>
              <a:pathLst>
                <a:path w="12417425" h="14391132">
                  <a:moveTo>
                    <a:pt x="12044807" y="14391132"/>
                  </a:moveTo>
                  <a:lnTo>
                    <a:pt x="372618" y="14391132"/>
                  </a:lnTo>
                  <a:cubicBezTo>
                    <a:pt x="167259" y="14391132"/>
                    <a:pt x="0" y="14223873"/>
                    <a:pt x="0" y="14018515"/>
                  </a:cubicBezTo>
                  <a:lnTo>
                    <a:pt x="0" y="372618"/>
                  </a:lnTo>
                  <a:cubicBezTo>
                    <a:pt x="0" y="167259"/>
                    <a:pt x="167259" y="0"/>
                    <a:pt x="372618" y="0"/>
                  </a:cubicBezTo>
                  <a:lnTo>
                    <a:pt x="12044807" y="0"/>
                  </a:lnTo>
                  <a:cubicBezTo>
                    <a:pt x="12250165" y="0"/>
                    <a:pt x="12417425" y="167259"/>
                    <a:pt x="12417425" y="372618"/>
                  </a:cubicBezTo>
                  <a:lnTo>
                    <a:pt x="12417425" y="14018513"/>
                  </a:lnTo>
                  <a:cubicBezTo>
                    <a:pt x="12417425" y="14223873"/>
                    <a:pt x="12250165" y="14391131"/>
                    <a:pt x="12044807" y="14391131"/>
                  </a:cubicBezTo>
                  <a:close/>
                </a:path>
              </a:pathLst>
            </a:custGeom>
            <a:solidFill>
              <a:srgbClr val="002A3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04677"/>
              </p:ext>
            </p:extLst>
          </p:nvPr>
        </p:nvGraphicFramePr>
        <p:xfrm>
          <a:off x="857075" y="2733692"/>
          <a:ext cx="8445500" cy="6184900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1047"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>
                          <a:solidFill>
                            <a:srgbClr val="F4C01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</a:t>
                      </a:r>
                      <a:endParaRPr lang="en-US" sz="110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>
                          <a:solidFill>
                            <a:srgbClr val="F4C01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Tue</a:t>
                      </a:r>
                      <a:endParaRPr lang="en-US" sz="110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>
                          <a:solidFill>
                            <a:srgbClr val="F4C01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Wed</a:t>
                      </a:r>
                      <a:endParaRPr lang="en-US" sz="110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>
                          <a:solidFill>
                            <a:srgbClr val="F4C01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Thu</a:t>
                      </a:r>
                      <a:endParaRPr lang="en-US" sz="110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>
                          <a:solidFill>
                            <a:srgbClr val="F4C01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Fri</a:t>
                      </a:r>
                      <a:endParaRPr lang="en-US" sz="110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Sat</a:t>
                      </a:r>
                      <a:endParaRPr lang="en-US" sz="110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5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Sun</a:t>
                      </a:r>
                      <a:endParaRPr lang="en-US" sz="1100" b="1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621"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4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{{d2}}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{{d3}}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{{d4}}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{{d5}}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{{d6}}</a:t>
                      </a:r>
                      <a:endParaRPr lang="en-US" sz="12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{{d7}}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3727"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{{d8}}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{{d9}}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{{d10}}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{{d11}}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{{d12}}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{{d13}}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{{d14}}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505"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{{d15}}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{{d16}}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{{d17}}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{{d18}}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{{d19}}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{{d20}}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5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002A38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{{d21}}</a:t>
                      </a:r>
                      <a:endParaRPr lang="en-US" sz="1100" dirty="0"/>
                    </a:p>
                  </a:txBody>
                  <a:tcPr marL="95179" marR="95179" marT="95179" marB="95179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842798" y="9595736"/>
            <a:ext cx="359589" cy="447493"/>
          </a:xfrm>
          <a:custGeom>
            <a:avLst/>
            <a:gdLst/>
            <a:ahLst/>
            <a:cxnLst/>
            <a:rect l="l" t="t" r="r" b="b"/>
            <a:pathLst>
              <a:path w="359589" h="447493">
                <a:moveTo>
                  <a:pt x="0" y="0"/>
                </a:moveTo>
                <a:lnTo>
                  <a:pt x="359589" y="0"/>
                </a:lnTo>
                <a:lnTo>
                  <a:pt x="359589" y="447494"/>
                </a:lnTo>
                <a:lnTo>
                  <a:pt x="0" y="447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1" b="-7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855560" y="9711968"/>
            <a:ext cx="359569" cy="359569"/>
            <a:chOff x="0" y="0"/>
            <a:chExt cx="479425" cy="479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9425" cy="479425"/>
            </a:xfrm>
            <a:custGeom>
              <a:avLst/>
              <a:gdLst/>
              <a:ahLst/>
              <a:cxnLst/>
              <a:rect l="l" t="t" r="r" b="b"/>
              <a:pathLst>
                <a:path w="479425" h="479425">
                  <a:moveTo>
                    <a:pt x="0" y="0"/>
                  </a:moveTo>
                  <a:lnTo>
                    <a:pt x="479425" y="0"/>
                  </a:lnTo>
                  <a:lnTo>
                    <a:pt x="479425" y="479425"/>
                  </a:lnTo>
                  <a:lnTo>
                    <a:pt x="0" y="479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3691" y="10707182"/>
            <a:ext cx="9331928" cy="19050"/>
            <a:chOff x="0" y="0"/>
            <a:chExt cx="12442571" cy="25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42571" cy="25400"/>
            </a:xfrm>
            <a:custGeom>
              <a:avLst/>
              <a:gdLst/>
              <a:ahLst/>
              <a:cxnLst/>
              <a:rect l="l" t="t" r="r" b="b"/>
              <a:pathLst>
                <a:path w="12442571" h="25400">
                  <a:moveTo>
                    <a:pt x="12700" y="0"/>
                  </a:moveTo>
                  <a:lnTo>
                    <a:pt x="12429871" y="0"/>
                  </a:lnTo>
                  <a:cubicBezTo>
                    <a:pt x="12436856" y="0"/>
                    <a:pt x="12442571" y="5715"/>
                    <a:pt x="12442571" y="12700"/>
                  </a:cubicBezTo>
                  <a:cubicBezTo>
                    <a:pt x="12442571" y="19685"/>
                    <a:pt x="12436856" y="25400"/>
                    <a:pt x="12429871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91286" y="2034330"/>
            <a:ext cx="7296809" cy="47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9"/>
              </a:lnSpc>
            </a:pPr>
            <a:r>
              <a:rPr lang="en-US" sz="5810" b="1" spc="1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</a:t>
            </a:r>
            <a:r>
              <a:rPr lang="en-US" sz="5810" b="1" spc="190">
                <a:solidFill>
                  <a:srgbClr val="F4C014"/>
                </a:solidFill>
                <a:latin typeface="Poppins Bold"/>
                <a:ea typeface="Poppins Bold"/>
                <a:cs typeface="Poppins Bold"/>
                <a:sym typeface="Poppins Bold"/>
              </a:rPr>
              <a:t>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0356" y="9380808"/>
            <a:ext cx="3212937" cy="85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All Deliverables (highlighted in yellow) must be </a:t>
            </a:r>
            <a:r>
              <a:rPr lang="en-US" sz="13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submitted via Monday.com at 23:59 your local time.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19485" y="9380808"/>
            <a:ext cx="4088543" cy="85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3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You’ll receive a booking link a few days before to schedule your optional Feedback Call. Make sure to </a:t>
            </a:r>
            <a:r>
              <a:rPr lang="en-US" sz="13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submit your Version 1.1 </a:t>
            </a:r>
            <a:r>
              <a:rPr lang="en-US" sz="1370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before </a:t>
            </a:r>
            <a:r>
              <a:rPr lang="en-US" sz="13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your call.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4543" y="10783221"/>
            <a:ext cx="8010293" cy="6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4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 review timing may vary. Please review the timeline before signing up to ensure you can manage your time well alongside school, work, or other commitments.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1354" y="1583421"/>
            <a:ext cx="8784241" cy="9768078"/>
            <a:chOff x="0" y="0"/>
            <a:chExt cx="11712321" cy="130241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12321" cy="13024104"/>
            </a:xfrm>
            <a:custGeom>
              <a:avLst/>
              <a:gdLst/>
              <a:ahLst/>
              <a:cxnLst/>
              <a:rect l="l" t="t" r="r" b="b"/>
              <a:pathLst>
                <a:path w="11712321" h="13024104">
                  <a:moveTo>
                    <a:pt x="11371961" y="13024104"/>
                  </a:moveTo>
                  <a:lnTo>
                    <a:pt x="340360" y="13024104"/>
                  </a:lnTo>
                  <a:cubicBezTo>
                    <a:pt x="152781" y="13024104"/>
                    <a:pt x="0" y="12871323"/>
                    <a:pt x="0" y="12683744"/>
                  </a:cubicBezTo>
                  <a:lnTo>
                    <a:pt x="0" y="340360"/>
                  </a:lnTo>
                  <a:cubicBezTo>
                    <a:pt x="0" y="152781"/>
                    <a:pt x="152781" y="0"/>
                    <a:pt x="340360" y="0"/>
                  </a:cubicBezTo>
                  <a:lnTo>
                    <a:pt x="11371961" y="0"/>
                  </a:lnTo>
                  <a:cubicBezTo>
                    <a:pt x="11559540" y="0"/>
                    <a:pt x="11712321" y="152781"/>
                    <a:pt x="11712321" y="340360"/>
                  </a:cubicBezTo>
                  <a:lnTo>
                    <a:pt x="11712321" y="12683744"/>
                  </a:lnTo>
                  <a:cubicBezTo>
                    <a:pt x="11712321" y="12871323"/>
                    <a:pt x="11559540" y="13024104"/>
                    <a:pt x="11371961" y="13024104"/>
                  </a:cubicBezTo>
                  <a:close/>
                </a:path>
              </a:pathLst>
            </a:custGeom>
            <a:solidFill>
              <a:srgbClr val="002A3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678129" y="3422549"/>
            <a:ext cx="7116503" cy="6997838"/>
          </a:xfrm>
          <a:custGeom>
            <a:avLst/>
            <a:gdLst/>
            <a:ahLst/>
            <a:cxnLst/>
            <a:rect l="l" t="t" r="r" b="b"/>
            <a:pathLst>
              <a:path w="7116503" h="6997838">
                <a:moveTo>
                  <a:pt x="0" y="0"/>
                </a:moveTo>
                <a:lnTo>
                  <a:pt x="7116503" y="0"/>
                </a:lnTo>
                <a:lnTo>
                  <a:pt x="7116503" y="6997838"/>
                </a:lnTo>
                <a:lnTo>
                  <a:pt x="0" y="6997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" r="-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60203" y="2567202"/>
            <a:ext cx="7302238" cy="19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5"/>
              </a:lnSpc>
            </a:pPr>
            <a:r>
              <a:rPr lang="en-US" sz="5815" b="1" spc="19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LAYOUT </a:t>
            </a:r>
            <a:r>
              <a:rPr lang="en-US" sz="5815" b="1" spc="191">
                <a:solidFill>
                  <a:srgbClr val="F4C014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</Words>
  <Application>Microsoft Office PowerPoint</Application>
  <PresentationFormat>Custom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Open Sans</vt:lpstr>
      <vt:lpstr>Arial</vt:lpstr>
      <vt:lpstr>Poppins Bold</vt:lpstr>
      <vt:lpstr>Gordita Bold</vt:lpstr>
      <vt:lpstr>Open Sans Bold</vt:lpstr>
      <vt:lpstr>Open Sans Bold Italics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10593503350_output (2).pptx (1080 x 1350 px)</dc:title>
  <cp:lastModifiedBy>Priya Rathor</cp:lastModifiedBy>
  <cp:revision>4</cp:revision>
  <dcterms:created xsi:type="dcterms:W3CDTF">2006-08-16T00:00:00Z</dcterms:created>
  <dcterms:modified xsi:type="dcterms:W3CDTF">2025-12-12T10:10:39Z</dcterms:modified>
  <dc:identifier>DAG6cHl20ik</dc:identifier>
</cp:coreProperties>
</file>