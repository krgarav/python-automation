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18288000" cy="10287000"/>
  <p:notesSz cx="6858000" cy="9144000"/>
  <p:embeddedFontLst>
    <p:embeddedFont>
      <p:font typeface="Montserrat" panose="00000500000000000000" pitchFamily="2" charset="0"/>
      <p:regular r:id="rId4"/>
      <p:bold r:id="rId5"/>
      <p:boldItalic r:id="rId6"/>
    </p:embeddedFont>
    <p:embeddedFont>
      <p:font typeface="Montserrat Bold" panose="00000800000000000000" pitchFamily="2" charset="0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ht++b5GCs2B/1Pap5DyuCO8aBI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64" autoAdjust="0"/>
  </p:normalViewPr>
  <p:slideViewPr>
    <p:cSldViewPr snapToGrid="0">
      <p:cViewPr varScale="1">
        <p:scale>
          <a:sx n="68" d="100"/>
          <a:sy n="68" d="100"/>
        </p:scale>
        <p:origin x="894" y="90"/>
      </p:cViewPr>
      <p:guideLst>
        <p:guide orient="horz" pos="218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8" Type="http://customschemas.google.com/relationships/presentationmetadata" Target="metadata"/><Relationship Id="rId5" Type="http://schemas.openxmlformats.org/officeDocument/2006/relationships/font" Target="fonts/font2.fntdata"/><Relationship Id="rId61" Type="http://schemas.openxmlformats.org/officeDocument/2006/relationships/theme" Target="theme/theme1.xml"/><Relationship Id="rId60" Type="http://schemas.openxmlformats.org/officeDocument/2006/relationships/viewProps" Target="view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/>
          <p:nvPr/>
        </p:nvSpPr>
        <p:spPr>
          <a:xfrm>
            <a:off x="4409575" y="2896870"/>
            <a:ext cx="3141242" cy="2246630"/>
          </a:xfrm>
          <a:custGeom>
            <a:avLst/>
            <a:gdLst/>
            <a:ahLst/>
            <a:cxnLst/>
            <a:rect l="l" t="t" r="r" b="b"/>
            <a:pathLst>
              <a:path w="2393771" h="1913890" extrusionOk="0">
                <a:moveTo>
                  <a:pt x="0" y="0"/>
                </a:moveTo>
                <a:lnTo>
                  <a:pt x="2393771" y="0"/>
                </a:lnTo>
                <a:lnTo>
                  <a:pt x="2393771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2929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4956285" y="3248660"/>
            <a:ext cx="5211404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Site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Layout.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409575" y="903605"/>
            <a:ext cx="546709" cy="1993265"/>
          </a:xfrm>
          <a:custGeom>
            <a:avLst/>
            <a:gdLst/>
            <a:ahLst/>
            <a:cxnLst/>
            <a:rect l="l" t="t" r="r" b="b"/>
            <a:pathLst>
              <a:path w="465738" h="1698050" extrusionOk="0">
                <a:moveTo>
                  <a:pt x="0" y="0"/>
                </a:moveTo>
                <a:lnTo>
                  <a:pt x="465738" y="0"/>
                </a:lnTo>
                <a:lnTo>
                  <a:pt x="465738" y="1698050"/>
                </a:lnTo>
                <a:lnTo>
                  <a:pt x="0" y="1698050"/>
                </a:lnTo>
                <a:close/>
              </a:path>
            </a:pathLst>
          </a:custGeom>
          <a:solidFill>
            <a:srgbClr val="5B5B5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409575" y="0"/>
            <a:ext cx="546709" cy="903605"/>
          </a:xfrm>
          <a:custGeom>
            <a:avLst/>
            <a:gdLst/>
            <a:ahLst/>
            <a:cxnLst/>
            <a:rect l="l" t="t" r="r" b="b"/>
            <a:pathLst>
              <a:path w="465738" h="769775" extrusionOk="0">
                <a:moveTo>
                  <a:pt x="0" y="0"/>
                </a:moveTo>
                <a:lnTo>
                  <a:pt x="465738" y="0"/>
                </a:lnTo>
                <a:lnTo>
                  <a:pt x="465738" y="769775"/>
                </a:lnTo>
                <a:lnTo>
                  <a:pt x="0" y="769775"/>
                </a:lnTo>
                <a:close/>
              </a:path>
            </a:pathLst>
          </a:custGeom>
          <a:solidFill>
            <a:srgbClr val="92929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 rot="-5400000">
            <a:off x="624275" y="404427"/>
            <a:ext cx="546709" cy="1795258"/>
          </a:xfrm>
          <a:custGeom>
            <a:avLst/>
            <a:gdLst/>
            <a:ahLst/>
            <a:cxnLst/>
            <a:rect l="l" t="t" r="r" b="b"/>
            <a:pathLst>
              <a:path w="465738" h="1529369" extrusionOk="0">
                <a:moveTo>
                  <a:pt x="0" y="0"/>
                </a:moveTo>
                <a:lnTo>
                  <a:pt x="465738" y="0"/>
                </a:lnTo>
                <a:lnTo>
                  <a:pt x="465738" y="1529369"/>
                </a:lnTo>
                <a:lnTo>
                  <a:pt x="0" y="152936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1061006" y="1016305"/>
            <a:ext cx="13773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  <a:endParaRPr lang="en-US" sz="3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3048000" y="5398252"/>
            <a:ext cx="631803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Measurement in </a:t>
            </a: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MM</a:t>
            </a:r>
            <a:endParaRPr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6A6976-577E-6D60-E7DF-9292A4591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56" y="8611968"/>
            <a:ext cx="1204528" cy="6463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</Words>
  <Application>Microsoft Office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Montserrat Bold</vt:lpstr>
      <vt:lpstr>Calibri</vt:lpstr>
      <vt:lpstr>Arial</vt:lpstr>
      <vt:lpstr>Montserrat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Delphine</dc:creator>
  <cp:lastModifiedBy>Priya Rathor</cp:lastModifiedBy>
  <cp:revision>9</cp:revision>
  <dcterms:created xsi:type="dcterms:W3CDTF">2006-08-16T00:00:00Z</dcterms:created>
  <dcterms:modified xsi:type="dcterms:W3CDTF">2025-12-08T04:08:24Z</dcterms:modified>
</cp:coreProperties>
</file>