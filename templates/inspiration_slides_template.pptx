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Montserrat" panose="00000500000000000000" pitchFamily="2" charset="0"/>
      <p:regular r:id="rId17"/>
      <p:bold r:id="rId18"/>
      <p:boldItalic r:id="rId19"/>
    </p:embeddedFont>
    <p:embeddedFont>
      <p:font typeface="Montserrat Bold" panose="00000800000000000000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22" autoAdjust="0"/>
  </p:normalViewPr>
  <p:slideViewPr>
    <p:cSldViewPr>
      <p:cViewPr varScale="1">
        <p:scale>
          <a:sx n="68" d="100"/>
          <a:sy n="68" d="100"/>
        </p:scale>
        <p:origin x="93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7BE21-A579-442F-8BCE-73A23A806AD9}" type="datetimeFigureOut">
              <a:rPr lang="en-SG" smtClean="0"/>
              <a:pPr/>
              <a:t>8/12/2025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75515-A4D5-419F-944A-66330E04EC25}" type="slidenum">
              <a:rPr lang="en-SG" smtClean="0"/>
              <a:pPr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855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75515-A4D5-419F-944A-66330E04EC25}" type="slidenum">
              <a:rPr lang="en-SG" smtClean="0"/>
              <a:pPr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926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95385" y="59006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93438" y="327853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93438" y="7135260"/>
            <a:ext cx="4933199" cy="345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93438" y="3869753"/>
            <a:ext cx="1693562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593438" y="7606430"/>
            <a:ext cx="4933199" cy="345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25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26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7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856EB2-05A7-2264-48D0-3EAF1988C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/>
          <p:cNvSpPr txBox="1"/>
          <p:nvPr/>
        </p:nvSpPr>
        <p:spPr>
          <a:xfrm>
            <a:off x="9144000" y="-50564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07564" y="7267226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07564" y="3614110"/>
            <a:ext cx="171763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407564" y="7780048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23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24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5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26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27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8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92734" y="3137056"/>
            <a:ext cx="300915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24"/>
              </a:lnSpc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02E8AD-6005-C239-1B16-115AADD43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3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25827" y="6857598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25985" y="3759225"/>
            <a:ext cx="177101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351618" y="7282034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27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28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9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0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1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2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E9AD95-2639-3116-DB04-A032DAECF120}"/>
              </a:ext>
            </a:extLst>
          </p:cNvPr>
          <p:cNvSpPr/>
          <p:nvPr/>
        </p:nvSpPr>
        <p:spPr>
          <a:xfrm>
            <a:off x="12192000" y="3203689"/>
            <a:ext cx="300915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3024"/>
              </a:lnSpc>
            </a:pPr>
            <a:r>
              <a:rPr lang="en-US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60476B-7691-6D20-4159-A8DFE9E65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8700" y="805755"/>
            <a:ext cx="868253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/09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71292" y="174343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93438" y="3135655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89520" y="6694294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61133" y="3646358"/>
            <a:ext cx="1778268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689520" y="7194039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27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28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9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0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1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2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3A5292-ACC1-89FC-5416-086C315A3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350445" y="7090970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25984" y="3759225"/>
            <a:ext cx="17710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350446" y="7397043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44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45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6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47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48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9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58B76C-901E-6A28-820D-8746A990B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3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25827" y="7120568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5984" y="3759225"/>
            <a:ext cx="16948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325828" y="7426641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28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29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0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1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2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054C5-91FA-DBF3-C3A4-33868E50E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7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334033" y="6951407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325984" y="3759225"/>
            <a:ext cx="16948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334034" y="7257480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42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43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4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45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46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7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DFE114-7EB1-6A84-E091-58C547B8E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7908530" y="59006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08530" y="306898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08530" y="7045328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08530" y="3694730"/>
            <a:ext cx="1768870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908530" y="7515225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29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0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1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2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3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4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9F8B96-715B-8B7F-9F2A-544729179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 txBox="1"/>
          <p:nvPr/>
        </p:nvSpPr>
        <p:spPr>
          <a:xfrm>
            <a:off x="12182842" y="174342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984" y="6784843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25984" y="3759225"/>
            <a:ext cx="16186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325985" y="7090916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32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3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4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5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6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7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E891FE-2EBB-83EE-BA69-7F6B7DB08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19229" y="7000413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984" y="3759225"/>
            <a:ext cx="169481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19230" y="7306486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45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46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7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6E82EF-5052-8A69-BA40-A98B86C86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28172" y="7072503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984" y="3759225"/>
            <a:ext cx="1771016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28173" y="7378576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4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5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6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CAE59B-D291-299F-5927-953330E07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25827" y="7100639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984" y="3759225"/>
            <a:ext cx="17710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25828" y="7406712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4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5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6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B3BB0-7023-1D89-5BF3-5A3463B6D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19965" y="7187367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984" y="3759225"/>
            <a:ext cx="17710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19966" y="7493440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4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5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6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372CC7-FBDB-158B-33C9-670D1B5B9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6"/>
          <p:cNvSpPr txBox="1"/>
          <p:nvPr/>
        </p:nvSpPr>
        <p:spPr>
          <a:xfrm>
            <a:off x="12325827" y="238125"/>
            <a:ext cx="3930600" cy="264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Client’s</a:t>
            </a:r>
          </a:p>
          <a:p>
            <a:pPr algn="l">
              <a:lnSpc>
                <a:spcPts val="10080"/>
              </a:lnSpc>
            </a:pPr>
            <a:r>
              <a:rPr lang="en-US" sz="7000" b="1">
                <a:solidFill>
                  <a:srgbClr val="2929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5985" y="3296920"/>
            <a:ext cx="5200015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25827" y="7095775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25827" y="3797051"/>
            <a:ext cx="1694815" cy="3462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176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Which style's do you like1</a:t>
            </a: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6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958"/>
              </a:lnSpc>
            </a:pPr>
            <a:endParaRPr lang="en-US" sz="176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325828" y="7401848"/>
            <a:ext cx="5007851" cy="44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Can you explain your picture selection?1</a:t>
            </a:r>
          </a:p>
        </p:txBody>
      </p:sp>
      <p:grpSp>
        <p:nvGrpSpPr>
          <p:cNvPr id="31" name="Group 16"/>
          <p:cNvGrpSpPr/>
          <p:nvPr/>
        </p:nvGrpSpPr>
        <p:grpSpPr>
          <a:xfrm rot="-5400000">
            <a:off x="624269" y="404407"/>
            <a:ext cx="546735" cy="1795272"/>
            <a:chOff x="0" y="0"/>
            <a:chExt cx="728980" cy="2393696"/>
          </a:xfrm>
        </p:grpSpPr>
        <p:sp>
          <p:nvSpPr>
            <p:cNvPr id="32" name="Freeform 17"/>
            <p:cNvSpPr/>
            <p:nvPr/>
          </p:nvSpPr>
          <p:spPr>
            <a:xfrm>
              <a:off x="0" y="0"/>
              <a:ext cx="728980" cy="2393696"/>
            </a:xfrm>
            <a:custGeom>
              <a:avLst/>
              <a:gdLst/>
              <a:ahLst/>
              <a:cxnLst/>
              <a:rect l="l" t="t" r="r" b="b"/>
              <a:pathLst>
                <a:path w="728980" h="2393696">
                  <a:moveTo>
                    <a:pt x="0" y="0"/>
                  </a:moveTo>
                  <a:lnTo>
                    <a:pt x="728980" y="0"/>
                  </a:lnTo>
                  <a:lnTo>
                    <a:pt x="728980" y="2393696"/>
                  </a:lnTo>
                  <a:lnTo>
                    <a:pt x="0" y="23936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3" name="TextBox 18"/>
          <p:cNvSpPr txBox="1"/>
          <p:nvPr/>
        </p:nvSpPr>
        <p:spPr>
          <a:xfrm>
            <a:off x="1066800" y="1028700"/>
            <a:ext cx="9144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0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/NO.</a:t>
            </a:r>
          </a:p>
        </p:txBody>
      </p:sp>
      <p:grpSp>
        <p:nvGrpSpPr>
          <p:cNvPr id="36" name="Group 20"/>
          <p:cNvGrpSpPr/>
          <p:nvPr/>
        </p:nvGrpSpPr>
        <p:grpSpPr>
          <a:xfrm rot="44536">
            <a:off x="12301922" y="9210675"/>
            <a:ext cx="2224850" cy="19050"/>
            <a:chOff x="0" y="0"/>
            <a:chExt cx="2966466" cy="25400"/>
          </a:xfrm>
        </p:grpSpPr>
        <p:sp>
          <p:nvSpPr>
            <p:cNvPr id="37" name="Freeform 21"/>
            <p:cNvSpPr/>
            <p:nvPr/>
          </p:nvSpPr>
          <p:spPr>
            <a:xfrm>
              <a:off x="0" y="0"/>
              <a:ext cx="2966466" cy="25400"/>
            </a:xfrm>
            <a:custGeom>
              <a:avLst/>
              <a:gdLst/>
              <a:ahLst/>
              <a:cxnLst/>
              <a:rect l="l" t="t" r="r" b="b"/>
              <a:pathLst>
                <a:path w="2966466" h="25400">
                  <a:moveTo>
                    <a:pt x="12700" y="0"/>
                  </a:moveTo>
                  <a:lnTo>
                    <a:pt x="2953766" y="0"/>
                  </a:lnTo>
                  <a:cubicBezTo>
                    <a:pt x="2960751" y="0"/>
                    <a:pt x="2966466" y="5715"/>
                    <a:pt x="2966466" y="12700"/>
                  </a:cubicBezTo>
                  <a:cubicBezTo>
                    <a:pt x="2966466" y="19685"/>
                    <a:pt x="2960751" y="25400"/>
                    <a:pt x="295376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ubicBezTo>
                    <a:pt x="0" y="5715"/>
                    <a:pt x="5715" y="0"/>
                    <a:pt x="12700" y="0"/>
                  </a:cubicBezTo>
                  <a:close/>
                </a:path>
              </a:pathLst>
            </a:custGeom>
            <a:solidFill>
              <a:srgbClr val="292929"/>
            </a:solidFill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38" name="TextBox 25"/>
          <p:cNvSpPr txBox="1"/>
          <p:nvPr/>
        </p:nvSpPr>
        <p:spPr>
          <a:xfrm>
            <a:off x="14554200" y="9029700"/>
            <a:ext cx="2756469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49"/>
              </a:lnSpc>
            </a:pPr>
            <a:r>
              <a:rPr lang="en-US" sz="1398" dirty="0">
                <a:solidFill>
                  <a:srgbClr val="292929"/>
                </a:solidFill>
                <a:latin typeface="Montserrat"/>
                <a:ea typeface="Montserrat"/>
                <a:cs typeface="Montserrat"/>
                <a:sym typeface="Montserrat"/>
              </a:rPr>
              <a:t>Project Brief | DD MM YYYY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7101F1-BCF8-A229-E7B8-9916FE7FA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9588" y="1032967"/>
            <a:ext cx="1198044" cy="636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521</Words>
  <Application>Microsoft Office PowerPoint</Application>
  <PresentationFormat>Custom</PresentationFormat>
  <Paragraphs>184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Montserrat Bold</vt:lpstr>
      <vt:lpstr>Calibri</vt:lpstr>
      <vt:lpstr>Arial</vt:lpstr>
      <vt:lpstr>Aptos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style's do you like</dc:title>
  <dc:creator>Delphine LEON</dc:creator>
  <cp:lastModifiedBy>Priya Rathor</cp:lastModifiedBy>
  <cp:revision>7</cp:revision>
  <dcterms:created xsi:type="dcterms:W3CDTF">2006-08-16T00:00:00Z</dcterms:created>
  <dcterms:modified xsi:type="dcterms:W3CDTF">2025-12-08T04:12:08Z</dcterms:modified>
  <dc:identifier>DAG4wGeUd_E</dc:identifier>
</cp:coreProperties>
</file>