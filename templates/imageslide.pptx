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317" r:id="rId2"/>
    <p:sldId id="306" r:id="rId3"/>
    <p:sldId id="320" r:id="rId4"/>
    <p:sldId id="318" r:id="rId5"/>
    <p:sldId id="305" r:id="rId6"/>
    <p:sldId id="301" r:id="rId7"/>
    <p:sldId id="319" r:id="rId8"/>
    <p:sldId id="321" r:id="rId9"/>
    <p:sldId id="322" r:id="rId10"/>
    <p:sldId id="302" r:id="rId11"/>
    <p:sldId id="316" r:id="rId12"/>
    <p:sldId id="312" r:id="rId13"/>
    <p:sldId id="315" r:id="rId14"/>
    <p:sldId id="303" r:id="rId15"/>
  </p:sldIdLst>
  <p:sldSz cx="18288000" cy="10287000"/>
  <p:notesSz cx="6858000" cy="9144000"/>
  <p:embeddedFontLst>
    <p:embeddedFont>
      <p:font typeface="Montserrat Bold" panose="00000800000000000000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6247" autoAdjust="0"/>
  </p:normalViewPr>
  <p:slideViewPr>
    <p:cSldViewPr>
      <p:cViewPr varScale="1">
        <p:scale>
          <a:sx n="72" d="100"/>
          <a:sy n="72" d="100"/>
        </p:scale>
        <p:origin x="27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143A6-BD73-8CB4-F252-DC7C3C28D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C16CD3A6-EC94-D3FA-E89B-F0839BAAC56F}"/>
              </a:ext>
            </a:extLst>
          </p:cNvPr>
          <p:cNvGrpSpPr/>
          <p:nvPr/>
        </p:nvGrpSpPr>
        <p:grpSpPr>
          <a:xfrm>
            <a:off x="13335000" y="6973570"/>
            <a:ext cx="2809941" cy="2246630"/>
            <a:chOff x="0" y="0"/>
            <a:chExt cx="3746588" cy="2995507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CB8E078-F268-A4A4-CB97-14FC3A4B8216}"/>
                </a:ext>
              </a:extLst>
            </p:cNvPr>
            <p:cNvSpPr/>
            <p:nvPr/>
          </p:nvSpPr>
          <p:spPr>
            <a:xfrm>
              <a:off x="0" y="0"/>
              <a:ext cx="3746627" cy="2995549"/>
            </a:xfrm>
            <a:custGeom>
              <a:avLst/>
              <a:gdLst/>
              <a:ahLst/>
              <a:cxnLst/>
              <a:rect l="l" t="t" r="r" b="b"/>
              <a:pathLst>
                <a:path w="3746627" h="2995549">
                  <a:moveTo>
                    <a:pt x="0" y="0"/>
                  </a:moveTo>
                  <a:lnTo>
                    <a:pt x="3746627" y="0"/>
                  </a:lnTo>
                  <a:lnTo>
                    <a:pt x="3746627" y="2995549"/>
                  </a:lnTo>
                  <a:lnTo>
                    <a:pt x="0" y="2995549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DD59173D-5091-9E2C-320F-C72AE744226E}"/>
              </a:ext>
            </a:extLst>
          </p:cNvPr>
          <p:cNvSpPr txBox="1"/>
          <p:nvPr/>
        </p:nvSpPr>
        <p:spPr>
          <a:xfrm>
            <a:off x="13838596" y="7325360"/>
            <a:ext cx="5211404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</a:t>
            </a:r>
          </a:p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Picture</a:t>
            </a:r>
            <a:r>
              <a:rPr lang="en-US" sz="4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s.</a:t>
            </a: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C1BB7160-EAAE-DDEB-9815-280ED8D616B9}"/>
              </a:ext>
            </a:extLst>
          </p:cNvPr>
          <p:cNvSpPr txBox="1"/>
          <p:nvPr/>
        </p:nvSpPr>
        <p:spPr>
          <a:xfrm>
            <a:off x="16992600" y="9486900"/>
            <a:ext cx="914401" cy="575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</p:spTree>
    <p:extLst>
      <p:ext uri="{BB962C8B-B14F-4D97-AF65-F5344CB8AC3E}">
        <p14:creationId xmlns:p14="http://schemas.microsoft.com/office/powerpoint/2010/main" val="3327713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AD4BC-7DB1-537E-11A3-ACAD23532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BD27AFC9-2048-1A91-8F82-47D2592FD2C2}"/>
              </a:ext>
            </a:extLst>
          </p:cNvPr>
          <p:cNvGrpSpPr/>
          <p:nvPr/>
        </p:nvGrpSpPr>
        <p:grpSpPr>
          <a:xfrm>
            <a:off x="14301202" y="7681008"/>
            <a:ext cx="2622588" cy="2158822"/>
            <a:chOff x="0" y="0"/>
            <a:chExt cx="3746588" cy="2995507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674037E-DDAD-20CB-90BE-5B158465DF81}"/>
                </a:ext>
              </a:extLst>
            </p:cNvPr>
            <p:cNvSpPr/>
            <p:nvPr/>
          </p:nvSpPr>
          <p:spPr>
            <a:xfrm>
              <a:off x="0" y="0"/>
              <a:ext cx="3746627" cy="2995549"/>
            </a:xfrm>
            <a:custGeom>
              <a:avLst/>
              <a:gdLst/>
              <a:ahLst/>
              <a:cxnLst/>
              <a:rect l="l" t="t" r="r" b="b"/>
              <a:pathLst>
                <a:path w="3746627" h="2995549">
                  <a:moveTo>
                    <a:pt x="0" y="0"/>
                  </a:moveTo>
                  <a:lnTo>
                    <a:pt x="3746627" y="0"/>
                  </a:lnTo>
                  <a:lnTo>
                    <a:pt x="3746627" y="2995549"/>
                  </a:lnTo>
                  <a:lnTo>
                    <a:pt x="0" y="2995549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051A23F3-0338-66C2-F623-6B766A395AEA}"/>
              </a:ext>
            </a:extLst>
          </p:cNvPr>
          <p:cNvSpPr txBox="1"/>
          <p:nvPr/>
        </p:nvSpPr>
        <p:spPr>
          <a:xfrm>
            <a:off x="14630400" y="8115300"/>
            <a:ext cx="4863933" cy="1504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</a:t>
            </a:r>
          </a:p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Picture</a:t>
            </a:r>
            <a:r>
              <a:rPr lang="en-US" sz="4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8D24C-8A7A-6FD9-4E3B-6BFFA716BD28}"/>
              </a:ext>
            </a:extLst>
          </p:cNvPr>
          <p:cNvSpPr txBox="1"/>
          <p:nvPr/>
        </p:nvSpPr>
        <p:spPr>
          <a:xfrm>
            <a:off x="8459856" y="9481749"/>
            <a:ext cx="1368287" cy="66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200" b="1" dirty="0"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</p:spTree>
    <p:extLst>
      <p:ext uri="{BB962C8B-B14F-4D97-AF65-F5344CB8AC3E}">
        <p14:creationId xmlns:p14="http://schemas.microsoft.com/office/powerpoint/2010/main" val="257358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79C6B-74F7-074B-7321-AC8376A27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E80C93D1-DDB2-3D58-816C-5F3F94BFDFC7}"/>
              </a:ext>
            </a:extLst>
          </p:cNvPr>
          <p:cNvGrpSpPr/>
          <p:nvPr/>
        </p:nvGrpSpPr>
        <p:grpSpPr>
          <a:xfrm>
            <a:off x="13335000" y="6973570"/>
            <a:ext cx="2809941" cy="2246630"/>
            <a:chOff x="0" y="0"/>
            <a:chExt cx="3746588" cy="2995507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A80A161A-68AA-BDB2-D266-ADE62CEAB677}"/>
                </a:ext>
              </a:extLst>
            </p:cNvPr>
            <p:cNvSpPr/>
            <p:nvPr/>
          </p:nvSpPr>
          <p:spPr>
            <a:xfrm>
              <a:off x="0" y="0"/>
              <a:ext cx="3746627" cy="2995549"/>
            </a:xfrm>
            <a:custGeom>
              <a:avLst/>
              <a:gdLst/>
              <a:ahLst/>
              <a:cxnLst/>
              <a:rect l="l" t="t" r="r" b="b"/>
              <a:pathLst>
                <a:path w="3746627" h="2995549">
                  <a:moveTo>
                    <a:pt x="0" y="0"/>
                  </a:moveTo>
                  <a:lnTo>
                    <a:pt x="3746627" y="0"/>
                  </a:lnTo>
                  <a:lnTo>
                    <a:pt x="3746627" y="2995549"/>
                  </a:lnTo>
                  <a:lnTo>
                    <a:pt x="0" y="2995549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" name="TextBox 10">
            <a:extLst>
              <a:ext uri="{FF2B5EF4-FFF2-40B4-BE49-F238E27FC236}">
                <a16:creationId xmlns:a16="http://schemas.microsoft.com/office/drawing/2014/main" id="{BF81922C-E354-9C9F-AA8D-06F1314F515F}"/>
              </a:ext>
            </a:extLst>
          </p:cNvPr>
          <p:cNvSpPr txBox="1"/>
          <p:nvPr/>
        </p:nvSpPr>
        <p:spPr>
          <a:xfrm>
            <a:off x="13838596" y="7325360"/>
            <a:ext cx="5211404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</a:t>
            </a:r>
          </a:p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Picture</a:t>
            </a:r>
            <a:r>
              <a:rPr lang="en-US" sz="4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s.</a:t>
            </a: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60EF85CF-57EC-AB88-54D2-CB497900829B}"/>
              </a:ext>
            </a:extLst>
          </p:cNvPr>
          <p:cNvSpPr txBox="1"/>
          <p:nvPr/>
        </p:nvSpPr>
        <p:spPr>
          <a:xfrm>
            <a:off x="17106049" y="9563100"/>
            <a:ext cx="1181951" cy="5849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</p:spTree>
    <p:extLst>
      <p:ext uri="{BB962C8B-B14F-4D97-AF65-F5344CB8AC3E}">
        <p14:creationId xmlns:p14="http://schemas.microsoft.com/office/powerpoint/2010/main" val="799141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B4782-91C3-ADA9-F689-810841D04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3611C0E1-E7A3-4A59-EE86-DC60936B11A6}"/>
              </a:ext>
            </a:extLst>
          </p:cNvPr>
          <p:cNvGrpSpPr/>
          <p:nvPr/>
        </p:nvGrpSpPr>
        <p:grpSpPr>
          <a:xfrm>
            <a:off x="13335000" y="6973570"/>
            <a:ext cx="2809941" cy="2246630"/>
            <a:chOff x="0" y="0"/>
            <a:chExt cx="3746588" cy="2995507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AA9573C8-255C-CBF7-21F4-88F4A695C5F9}"/>
                </a:ext>
              </a:extLst>
            </p:cNvPr>
            <p:cNvSpPr/>
            <p:nvPr/>
          </p:nvSpPr>
          <p:spPr>
            <a:xfrm>
              <a:off x="0" y="0"/>
              <a:ext cx="3746627" cy="2995549"/>
            </a:xfrm>
            <a:custGeom>
              <a:avLst/>
              <a:gdLst/>
              <a:ahLst/>
              <a:cxnLst/>
              <a:rect l="l" t="t" r="r" b="b"/>
              <a:pathLst>
                <a:path w="3746627" h="2995549">
                  <a:moveTo>
                    <a:pt x="0" y="0"/>
                  </a:moveTo>
                  <a:lnTo>
                    <a:pt x="3746627" y="0"/>
                  </a:lnTo>
                  <a:lnTo>
                    <a:pt x="3746627" y="2995549"/>
                  </a:lnTo>
                  <a:lnTo>
                    <a:pt x="0" y="2995549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" name="TextBox 10">
            <a:extLst>
              <a:ext uri="{FF2B5EF4-FFF2-40B4-BE49-F238E27FC236}">
                <a16:creationId xmlns:a16="http://schemas.microsoft.com/office/drawing/2014/main" id="{EE72BE14-6EE2-372F-01BB-8DEC584C55B5}"/>
              </a:ext>
            </a:extLst>
          </p:cNvPr>
          <p:cNvSpPr txBox="1"/>
          <p:nvPr/>
        </p:nvSpPr>
        <p:spPr>
          <a:xfrm>
            <a:off x="13838596" y="7325360"/>
            <a:ext cx="5211404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</a:t>
            </a:r>
          </a:p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Picture</a:t>
            </a:r>
            <a:r>
              <a:rPr lang="en-US" sz="4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s.</a:t>
            </a: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5E62E8C0-301C-9E20-B7D2-20F24DCC0063}"/>
              </a:ext>
            </a:extLst>
          </p:cNvPr>
          <p:cNvSpPr txBox="1"/>
          <p:nvPr/>
        </p:nvSpPr>
        <p:spPr>
          <a:xfrm>
            <a:off x="16916400" y="9563100"/>
            <a:ext cx="1181951" cy="5849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</p:spTree>
    <p:extLst>
      <p:ext uri="{BB962C8B-B14F-4D97-AF65-F5344CB8AC3E}">
        <p14:creationId xmlns:p14="http://schemas.microsoft.com/office/powerpoint/2010/main" val="3694531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2542E-7834-93E5-2130-C21C196D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2FAD0AED-2757-685C-52C0-25CFB4A5391E}"/>
              </a:ext>
            </a:extLst>
          </p:cNvPr>
          <p:cNvGrpSpPr/>
          <p:nvPr/>
        </p:nvGrpSpPr>
        <p:grpSpPr>
          <a:xfrm>
            <a:off x="14301202" y="7681008"/>
            <a:ext cx="2622588" cy="2158822"/>
            <a:chOff x="0" y="0"/>
            <a:chExt cx="3746588" cy="2995507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341F045C-336F-E714-1790-6F8A6AA402E7}"/>
                </a:ext>
              </a:extLst>
            </p:cNvPr>
            <p:cNvSpPr/>
            <p:nvPr/>
          </p:nvSpPr>
          <p:spPr>
            <a:xfrm>
              <a:off x="0" y="0"/>
              <a:ext cx="3746627" cy="2995549"/>
            </a:xfrm>
            <a:custGeom>
              <a:avLst/>
              <a:gdLst/>
              <a:ahLst/>
              <a:cxnLst/>
              <a:rect l="l" t="t" r="r" b="b"/>
              <a:pathLst>
                <a:path w="3746627" h="2995549">
                  <a:moveTo>
                    <a:pt x="0" y="0"/>
                  </a:moveTo>
                  <a:lnTo>
                    <a:pt x="3746627" y="0"/>
                  </a:lnTo>
                  <a:lnTo>
                    <a:pt x="3746627" y="2995549"/>
                  </a:lnTo>
                  <a:lnTo>
                    <a:pt x="0" y="2995549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" name="TextBox 10">
            <a:extLst>
              <a:ext uri="{FF2B5EF4-FFF2-40B4-BE49-F238E27FC236}">
                <a16:creationId xmlns:a16="http://schemas.microsoft.com/office/drawing/2014/main" id="{BBF5CAF1-74BF-A1EA-F531-03C133C1C8E2}"/>
              </a:ext>
            </a:extLst>
          </p:cNvPr>
          <p:cNvSpPr txBox="1"/>
          <p:nvPr/>
        </p:nvSpPr>
        <p:spPr>
          <a:xfrm>
            <a:off x="14630400" y="8115300"/>
            <a:ext cx="4863933" cy="1504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</a:t>
            </a:r>
          </a:p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Picture</a:t>
            </a:r>
            <a:r>
              <a:rPr lang="en-US" sz="4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89495-E981-531F-73BB-B326B6660B3F}"/>
              </a:ext>
            </a:extLst>
          </p:cNvPr>
          <p:cNvSpPr txBox="1"/>
          <p:nvPr/>
        </p:nvSpPr>
        <p:spPr>
          <a:xfrm>
            <a:off x="8153400" y="9481749"/>
            <a:ext cx="1368287" cy="66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200" b="1" dirty="0"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</p:spTree>
    <p:extLst>
      <p:ext uri="{BB962C8B-B14F-4D97-AF65-F5344CB8AC3E}">
        <p14:creationId xmlns:p14="http://schemas.microsoft.com/office/powerpoint/2010/main" val="1271531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45001-1032-F1A4-3086-5003E2103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B7DD289D-8DEF-2F3D-7B26-93B273F1861C}"/>
              </a:ext>
            </a:extLst>
          </p:cNvPr>
          <p:cNvGrpSpPr/>
          <p:nvPr/>
        </p:nvGrpSpPr>
        <p:grpSpPr>
          <a:xfrm>
            <a:off x="0" y="0"/>
            <a:ext cx="2809941" cy="2246630"/>
            <a:chOff x="0" y="0"/>
            <a:chExt cx="3746588" cy="2995507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2A64CFB-1B9F-8853-2E00-225C171063E0}"/>
                </a:ext>
              </a:extLst>
            </p:cNvPr>
            <p:cNvSpPr/>
            <p:nvPr/>
          </p:nvSpPr>
          <p:spPr>
            <a:xfrm>
              <a:off x="0" y="0"/>
              <a:ext cx="3746627" cy="2995549"/>
            </a:xfrm>
            <a:custGeom>
              <a:avLst/>
              <a:gdLst/>
              <a:ahLst/>
              <a:cxnLst/>
              <a:rect l="l" t="t" r="r" b="b"/>
              <a:pathLst>
                <a:path w="3746627" h="2995549">
                  <a:moveTo>
                    <a:pt x="0" y="0"/>
                  </a:moveTo>
                  <a:lnTo>
                    <a:pt x="3746627" y="0"/>
                  </a:lnTo>
                  <a:lnTo>
                    <a:pt x="3746627" y="2995549"/>
                  </a:lnTo>
                  <a:lnTo>
                    <a:pt x="0" y="2995549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89B8F0AB-8976-13A8-23AC-08F463D2A1D1}"/>
              </a:ext>
            </a:extLst>
          </p:cNvPr>
          <p:cNvSpPr txBox="1"/>
          <p:nvPr/>
        </p:nvSpPr>
        <p:spPr>
          <a:xfrm>
            <a:off x="457200" y="351790"/>
            <a:ext cx="5211404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</a:t>
            </a:r>
          </a:p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Picture</a:t>
            </a:r>
            <a:r>
              <a:rPr lang="en-US" sz="4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EEF381-D9AF-02B8-CD1B-1A4889C79BD8}"/>
              </a:ext>
            </a:extLst>
          </p:cNvPr>
          <p:cNvSpPr txBox="1"/>
          <p:nvPr/>
        </p:nvSpPr>
        <p:spPr>
          <a:xfrm>
            <a:off x="1" y="4991100"/>
            <a:ext cx="1219200" cy="66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200" b="1" dirty="0"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</p:spTree>
    <p:extLst>
      <p:ext uri="{BB962C8B-B14F-4D97-AF65-F5344CB8AC3E}">
        <p14:creationId xmlns:p14="http://schemas.microsoft.com/office/powerpoint/2010/main" val="1102295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CBFC1-CEC9-38A1-F6DC-C8F7DA775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776ACF22-DE09-C831-BC7A-011664FEF796}"/>
              </a:ext>
            </a:extLst>
          </p:cNvPr>
          <p:cNvGrpSpPr/>
          <p:nvPr/>
        </p:nvGrpSpPr>
        <p:grpSpPr>
          <a:xfrm>
            <a:off x="13335000" y="6973570"/>
            <a:ext cx="2809941" cy="2246630"/>
            <a:chOff x="0" y="0"/>
            <a:chExt cx="3746588" cy="2995507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73CE3D6-E65D-43D1-BC7D-F311BDE41953}"/>
                </a:ext>
              </a:extLst>
            </p:cNvPr>
            <p:cNvSpPr/>
            <p:nvPr/>
          </p:nvSpPr>
          <p:spPr>
            <a:xfrm>
              <a:off x="0" y="0"/>
              <a:ext cx="3746627" cy="2995549"/>
            </a:xfrm>
            <a:custGeom>
              <a:avLst/>
              <a:gdLst/>
              <a:ahLst/>
              <a:cxnLst/>
              <a:rect l="l" t="t" r="r" b="b"/>
              <a:pathLst>
                <a:path w="3746627" h="2995549">
                  <a:moveTo>
                    <a:pt x="0" y="0"/>
                  </a:moveTo>
                  <a:lnTo>
                    <a:pt x="3746627" y="0"/>
                  </a:lnTo>
                  <a:lnTo>
                    <a:pt x="3746627" y="2995549"/>
                  </a:lnTo>
                  <a:lnTo>
                    <a:pt x="0" y="2995549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1C3CB4E2-AF45-62A5-199E-1FE208613AB9}"/>
              </a:ext>
            </a:extLst>
          </p:cNvPr>
          <p:cNvSpPr txBox="1"/>
          <p:nvPr/>
        </p:nvSpPr>
        <p:spPr>
          <a:xfrm>
            <a:off x="13792200" y="7325360"/>
            <a:ext cx="5211404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</a:t>
            </a:r>
          </a:p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Picture</a:t>
            </a:r>
            <a:r>
              <a:rPr lang="en-US" sz="4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2C849-9E87-A246-D382-847C1B4A3FCF}"/>
              </a:ext>
            </a:extLst>
          </p:cNvPr>
          <p:cNvSpPr txBox="1"/>
          <p:nvPr/>
        </p:nvSpPr>
        <p:spPr>
          <a:xfrm>
            <a:off x="0" y="9410700"/>
            <a:ext cx="1368287" cy="66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200" b="1" dirty="0"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</p:spTree>
    <p:extLst>
      <p:ext uri="{BB962C8B-B14F-4D97-AF65-F5344CB8AC3E}">
        <p14:creationId xmlns:p14="http://schemas.microsoft.com/office/powerpoint/2010/main" val="618095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71F36-50C7-E4C2-E22A-074D07788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405F1110-DF65-B22B-B47F-EFD8E2B789FB}"/>
              </a:ext>
            </a:extLst>
          </p:cNvPr>
          <p:cNvGrpSpPr/>
          <p:nvPr/>
        </p:nvGrpSpPr>
        <p:grpSpPr>
          <a:xfrm>
            <a:off x="13877859" y="7312719"/>
            <a:ext cx="2809941" cy="2246630"/>
            <a:chOff x="0" y="0"/>
            <a:chExt cx="3746588" cy="2995507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59E4DFC-928E-4E80-2D25-B15EDC9A4415}"/>
                </a:ext>
              </a:extLst>
            </p:cNvPr>
            <p:cNvSpPr/>
            <p:nvPr/>
          </p:nvSpPr>
          <p:spPr>
            <a:xfrm>
              <a:off x="0" y="0"/>
              <a:ext cx="3746627" cy="2995549"/>
            </a:xfrm>
            <a:custGeom>
              <a:avLst/>
              <a:gdLst/>
              <a:ahLst/>
              <a:cxnLst/>
              <a:rect l="l" t="t" r="r" b="b"/>
              <a:pathLst>
                <a:path w="3746627" h="2995549">
                  <a:moveTo>
                    <a:pt x="0" y="0"/>
                  </a:moveTo>
                  <a:lnTo>
                    <a:pt x="3746627" y="0"/>
                  </a:lnTo>
                  <a:lnTo>
                    <a:pt x="3746627" y="2995549"/>
                  </a:lnTo>
                  <a:lnTo>
                    <a:pt x="0" y="2995549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13E08529-E38F-FA31-9459-4FA9C2D85DF6}"/>
              </a:ext>
            </a:extLst>
          </p:cNvPr>
          <p:cNvSpPr txBox="1"/>
          <p:nvPr/>
        </p:nvSpPr>
        <p:spPr>
          <a:xfrm>
            <a:off x="14371996" y="7664509"/>
            <a:ext cx="5211404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</a:t>
            </a:r>
          </a:p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Picture</a:t>
            </a:r>
            <a:r>
              <a:rPr lang="en-US" sz="4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D3F8E9-9172-05BF-2EBB-31639C4B617F}"/>
              </a:ext>
            </a:extLst>
          </p:cNvPr>
          <p:cNvSpPr txBox="1"/>
          <p:nvPr/>
        </p:nvSpPr>
        <p:spPr>
          <a:xfrm>
            <a:off x="8305800" y="9559380"/>
            <a:ext cx="1368287" cy="66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200" b="1" dirty="0"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</p:spTree>
    <p:extLst>
      <p:ext uri="{BB962C8B-B14F-4D97-AF65-F5344CB8AC3E}">
        <p14:creationId xmlns:p14="http://schemas.microsoft.com/office/powerpoint/2010/main" val="2187562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FADE8-7AA7-09DB-6EF0-6F3121C7B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5F5FA0E8-68A0-37B4-FCA2-961284969F18}"/>
              </a:ext>
            </a:extLst>
          </p:cNvPr>
          <p:cNvGrpSpPr/>
          <p:nvPr/>
        </p:nvGrpSpPr>
        <p:grpSpPr>
          <a:xfrm>
            <a:off x="4880715" y="1351869"/>
            <a:ext cx="2809941" cy="2246630"/>
            <a:chOff x="0" y="0"/>
            <a:chExt cx="3746588" cy="2995507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75AB340-5664-377C-CA73-9A69A0DE5996}"/>
                </a:ext>
              </a:extLst>
            </p:cNvPr>
            <p:cNvSpPr/>
            <p:nvPr/>
          </p:nvSpPr>
          <p:spPr>
            <a:xfrm>
              <a:off x="0" y="0"/>
              <a:ext cx="3746627" cy="2995549"/>
            </a:xfrm>
            <a:custGeom>
              <a:avLst/>
              <a:gdLst/>
              <a:ahLst/>
              <a:cxnLst/>
              <a:rect l="l" t="t" r="r" b="b"/>
              <a:pathLst>
                <a:path w="3746627" h="2995549">
                  <a:moveTo>
                    <a:pt x="0" y="0"/>
                  </a:moveTo>
                  <a:lnTo>
                    <a:pt x="3746627" y="0"/>
                  </a:lnTo>
                  <a:lnTo>
                    <a:pt x="3746627" y="2995549"/>
                  </a:lnTo>
                  <a:lnTo>
                    <a:pt x="0" y="2995549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86494E7C-16AB-349A-9850-E7A13F76F037}"/>
              </a:ext>
            </a:extLst>
          </p:cNvPr>
          <p:cNvSpPr txBox="1"/>
          <p:nvPr/>
        </p:nvSpPr>
        <p:spPr>
          <a:xfrm>
            <a:off x="5380396" y="1703659"/>
            <a:ext cx="5211404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</a:t>
            </a:r>
          </a:p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Picture</a:t>
            </a:r>
            <a:r>
              <a:rPr lang="en-US" sz="4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DF4B27-E8F6-8836-3D7A-492BE5AF312E}"/>
              </a:ext>
            </a:extLst>
          </p:cNvPr>
          <p:cNvSpPr txBox="1"/>
          <p:nvPr/>
        </p:nvSpPr>
        <p:spPr>
          <a:xfrm>
            <a:off x="-9939" y="4785389"/>
            <a:ext cx="1368287" cy="66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200" b="1" dirty="0"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</p:spTree>
    <p:extLst>
      <p:ext uri="{BB962C8B-B14F-4D97-AF65-F5344CB8AC3E}">
        <p14:creationId xmlns:p14="http://schemas.microsoft.com/office/powerpoint/2010/main" val="2658069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4D442-8206-F03A-28BE-B1DBDF75B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C9D28644-B1EC-08DB-E831-67F5E37AF1DA}"/>
              </a:ext>
            </a:extLst>
          </p:cNvPr>
          <p:cNvGrpSpPr/>
          <p:nvPr/>
        </p:nvGrpSpPr>
        <p:grpSpPr>
          <a:xfrm>
            <a:off x="0" y="0"/>
            <a:ext cx="2809941" cy="2246630"/>
            <a:chOff x="0" y="0"/>
            <a:chExt cx="3746588" cy="2995507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32EE5E3B-75D8-E591-AB0C-91DC0415179B}"/>
                </a:ext>
              </a:extLst>
            </p:cNvPr>
            <p:cNvSpPr/>
            <p:nvPr/>
          </p:nvSpPr>
          <p:spPr>
            <a:xfrm>
              <a:off x="0" y="0"/>
              <a:ext cx="3746627" cy="2995549"/>
            </a:xfrm>
            <a:custGeom>
              <a:avLst/>
              <a:gdLst/>
              <a:ahLst/>
              <a:cxnLst/>
              <a:rect l="l" t="t" r="r" b="b"/>
              <a:pathLst>
                <a:path w="3746627" h="2995549">
                  <a:moveTo>
                    <a:pt x="0" y="0"/>
                  </a:moveTo>
                  <a:lnTo>
                    <a:pt x="3746627" y="0"/>
                  </a:lnTo>
                  <a:lnTo>
                    <a:pt x="3746627" y="2995549"/>
                  </a:lnTo>
                  <a:lnTo>
                    <a:pt x="0" y="2995549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" name="TextBox 10">
            <a:extLst>
              <a:ext uri="{FF2B5EF4-FFF2-40B4-BE49-F238E27FC236}">
                <a16:creationId xmlns:a16="http://schemas.microsoft.com/office/drawing/2014/main" id="{6EC60089-3337-49A1-4EF5-3960F2B9B196}"/>
              </a:ext>
            </a:extLst>
          </p:cNvPr>
          <p:cNvSpPr txBox="1"/>
          <p:nvPr/>
        </p:nvSpPr>
        <p:spPr>
          <a:xfrm>
            <a:off x="457200" y="351790"/>
            <a:ext cx="5211404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</a:t>
            </a:r>
          </a:p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Picture</a:t>
            </a:r>
            <a:r>
              <a:rPr lang="en-US" sz="4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7A5F42-05C0-D692-848F-AC3C94FA7A87}"/>
              </a:ext>
            </a:extLst>
          </p:cNvPr>
          <p:cNvSpPr txBox="1"/>
          <p:nvPr/>
        </p:nvSpPr>
        <p:spPr>
          <a:xfrm>
            <a:off x="5257800" y="1812186"/>
            <a:ext cx="1219200" cy="66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200" b="1" dirty="0"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</p:spTree>
    <p:extLst>
      <p:ext uri="{BB962C8B-B14F-4D97-AF65-F5344CB8AC3E}">
        <p14:creationId xmlns:p14="http://schemas.microsoft.com/office/powerpoint/2010/main" val="1953208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1D71-AD96-A468-3252-94ECFC8EE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E03729C8-808D-6766-B7AA-9F1C6A08C585}"/>
              </a:ext>
            </a:extLst>
          </p:cNvPr>
          <p:cNvGrpSpPr/>
          <p:nvPr/>
        </p:nvGrpSpPr>
        <p:grpSpPr>
          <a:xfrm>
            <a:off x="13335000" y="6973570"/>
            <a:ext cx="2809941" cy="2246630"/>
            <a:chOff x="0" y="0"/>
            <a:chExt cx="3746588" cy="2995507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C1D0291-8161-8056-27E6-0ED850745CC6}"/>
                </a:ext>
              </a:extLst>
            </p:cNvPr>
            <p:cNvSpPr/>
            <p:nvPr/>
          </p:nvSpPr>
          <p:spPr>
            <a:xfrm>
              <a:off x="0" y="0"/>
              <a:ext cx="3746627" cy="2995549"/>
            </a:xfrm>
            <a:custGeom>
              <a:avLst/>
              <a:gdLst/>
              <a:ahLst/>
              <a:cxnLst/>
              <a:rect l="l" t="t" r="r" b="b"/>
              <a:pathLst>
                <a:path w="3746627" h="2995549">
                  <a:moveTo>
                    <a:pt x="0" y="0"/>
                  </a:moveTo>
                  <a:lnTo>
                    <a:pt x="3746627" y="0"/>
                  </a:lnTo>
                  <a:lnTo>
                    <a:pt x="3746627" y="2995549"/>
                  </a:lnTo>
                  <a:lnTo>
                    <a:pt x="0" y="2995549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8DFD7BD7-7556-EE4B-2215-70531B9167E3}"/>
              </a:ext>
            </a:extLst>
          </p:cNvPr>
          <p:cNvSpPr txBox="1"/>
          <p:nvPr/>
        </p:nvSpPr>
        <p:spPr>
          <a:xfrm>
            <a:off x="13792200" y="7325360"/>
            <a:ext cx="5211404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</a:t>
            </a:r>
          </a:p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Picture</a:t>
            </a:r>
            <a:r>
              <a:rPr lang="en-US" sz="4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69FACBE-1D79-FB77-7AD8-71B8582E46AE}"/>
              </a:ext>
            </a:extLst>
          </p:cNvPr>
          <p:cNvSpPr txBox="1"/>
          <p:nvPr/>
        </p:nvSpPr>
        <p:spPr>
          <a:xfrm>
            <a:off x="457200" y="9137436"/>
            <a:ext cx="1118517" cy="5849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</p:spTree>
    <p:extLst>
      <p:ext uri="{BB962C8B-B14F-4D97-AF65-F5344CB8AC3E}">
        <p14:creationId xmlns:p14="http://schemas.microsoft.com/office/powerpoint/2010/main" val="817151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A05E9-F573-E5E4-1161-704B797DB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141DF249-FF60-97A1-51F5-58FE15B13353}"/>
              </a:ext>
            </a:extLst>
          </p:cNvPr>
          <p:cNvGrpSpPr/>
          <p:nvPr/>
        </p:nvGrpSpPr>
        <p:grpSpPr>
          <a:xfrm>
            <a:off x="1748358" y="598615"/>
            <a:ext cx="2809941" cy="2246630"/>
            <a:chOff x="0" y="0"/>
            <a:chExt cx="3746588" cy="2995507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302152B-851F-8CBF-E445-EAF251D0AD09}"/>
                </a:ext>
              </a:extLst>
            </p:cNvPr>
            <p:cNvSpPr/>
            <p:nvPr/>
          </p:nvSpPr>
          <p:spPr>
            <a:xfrm>
              <a:off x="0" y="0"/>
              <a:ext cx="3746627" cy="2995549"/>
            </a:xfrm>
            <a:custGeom>
              <a:avLst/>
              <a:gdLst/>
              <a:ahLst/>
              <a:cxnLst/>
              <a:rect l="l" t="t" r="r" b="b"/>
              <a:pathLst>
                <a:path w="3746627" h="2995549">
                  <a:moveTo>
                    <a:pt x="0" y="0"/>
                  </a:moveTo>
                  <a:lnTo>
                    <a:pt x="3746627" y="0"/>
                  </a:lnTo>
                  <a:lnTo>
                    <a:pt x="3746627" y="2995549"/>
                  </a:lnTo>
                  <a:lnTo>
                    <a:pt x="0" y="2995549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C3653BB5-EBF9-0A4E-90CD-0E43BE041AD5}"/>
              </a:ext>
            </a:extLst>
          </p:cNvPr>
          <p:cNvSpPr txBox="1"/>
          <p:nvPr/>
        </p:nvSpPr>
        <p:spPr>
          <a:xfrm>
            <a:off x="2233948" y="950405"/>
            <a:ext cx="5211404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</a:t>
            </a:r>
          </a:p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Picture</a:t>
            </a:r>
            <a:r>
              <a:rPr lang="en-US" sz="4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s.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F9CA45A0-C63B-8E8D-0135-ED33F1721033}"/>
              </a:ext>
            </a:extLst>
          </p:cNvPr>
          <p:cNvSpPr txBox="1"/>
          <p:nvPr/>
        </p:nvSpPr>
        <p:spPr>
          <a:xfrm>
            <a:off x="533400" y="9182100"/>
            <a:ext cx="1118517" cy="5849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</p:spTree>
    <p:extLst>
      <p:ext uri="{BB962C8B-B14F-4D97-AF65-F5344CB8AC3E}">
        <p14:creationId xmlns:p14="http://schemas.microsoft.com/office/powerpoint/2010/main" val="2650950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59664-AB24-8336-F3AB-DC4D1C251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E3E595B2-CC7D-A39E-167C-0514CCC82026}"/>
              </a:ext>
            </a:extLst>
          </p:cNvPr>
          <p:cNvGrpSpPr/>
          <p:nvPr/>
        </p:nvGrpSpPr>
        <p:grpSpPr>
          <a:xfrm>
            <a:off x="-6237" y="3310"/>
            <a:ext cx="2809941" cy="2246630"/>
            <a:chOff x="0" y="0"/>
            <a:chExt cx="3746588" cy="2995507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A93259C-7A2F-9F92-B5FC-4C22F66C4FA2}"/>
                </a:ext>
              </a:extLst>
            </p:cNvPr>
            <p:cNvSpPr/>
            <p:nvPr/>
          </p:nvSpPr>
          <p:spPr>
            <a:xfrm>
              <a:off x="0" y="0"/>
              <a:ext cx="3746627" cy="2995549"/>
            </a:xfrm>
            <a:custGeom>
              <a:avLst/>
              <a:gdLst/>
              <a:ahLst/>
              <a:cxnLst/>
              <a:rect l="l" t="t" r="r" b="b"/>
              <a:pathLst>
                <a:path w="3746627" h="2995549">
                  <a:moveTo>
                    <a:pt x="0" y="0"/>
                  </a:moveTo>
                  <a:lnTo>
                    <a:pt x="3746627" y="0"/>
                  </a:lnTo>
                  <a:lnTo>
                    <a:pt x="3746627" y="2995549"/>
                  </a:lnTo>
                  <a:lnTo>
                    <a:pt x="0" y="2995549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1C18C275-E467-DEAA-634C-7524925B555B}"/>
              </a:ext>
            </a:extLst>
          </p:cNvPr>
          <p:cNvSpPr txBox="1"/>
          <p:nvPr/>
        </p:nvSpPr>
        <p:spPr>
          <a:xfrm>
            <a:off x="503596" y="387760"/>
            <a:ext cx="5211404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</a:t>
            </a:r>
          </a:p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Picture</a:t>
            </a:r>
            <a:r>
              <a:rPr lang="en-US" sz="4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35B3C94-0A2B-FD8B-29C3-09CF7AFA71C5}"/>
              </a:ext>
            </a:extLst>
          </p:cNvPr>
          <p:cNvSpPr txBox="1"/>
          <p:nvPr/>
        </p:nvSpPr>
        <p:spPr>
          <a:xfrm>
            <a:off x="0" y="5524500"/>
            <a:ext cx="1118199" cy="5849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</p:spTree>
    <p:extLst>
      <p:ext uri="{BB962C8B-B14F-4D97-AF65-F5344CB8AC3E}">
        <p14:creationId xmlns:p14="http://schemas.microsoft.com/office/powerpoint/2010/main" val="3424221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1F8C0-98FF-1FF6-8412-CD092C7D6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6678D713-D278-E7B3-A3D3-CB94CA180925}"/>
              </a:ext>
            </a:extLst>
          </p:cNvPr>
          <p:cNvGrpSpPr/>
          <p:nvPr/>
        </p:nvGrpSpPr>
        <p:grpSpPr>
          <a:xfrm>
            <a:off x="14755435" y="8070248"/>
            <a:ext cx="2809941" cy="2246630"/>
            <a:chOff x="0" y="0"/>
            <a:chExt cx="3746588" cy="2995507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37A6AA4-3C43-4AB7-2455-BA46DE3B05AC}"/>
                </a:ext>
              </a:extLst>
            </p:cNvPr>
            <p:cNvSpPr/>
            <p:nvPr/>
          </p:nvSpPr>
          <p:spPr>
            <a:xfrm>
              <a:off x="0" y="0"/>
              <a:ext cx="3746627" cy="2995549"/>
            </a:xfrm>
            <a:custGeom>
              <a:avLst/>
              <a:gdLst/>
              <a:ahLst/>
              <a:cxnLst/>
              <a:rect l="l" t="t" r="r" b="b"/>
              <a:pathLst>
                <a:path w="3746627" h="2995549">
                  <a:moveTo>
                    <a:pt x="0" y="0"/>
                  </a:moveTo>
                  <a:lnTo>
                    <a:pt x="3746627" y="0"/>
                  </a:lnTo>
                  <a:lnTo>
                    <a:pt x="3746627" y="2995549"/>
                  </a:lnTo>
                  <a:lnTo>
                    <a:pt x="0" y="2995549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0A7634D4-B07A-8320-22CD-2C20FDB88169}"/>
              </a:ext>
            </a:extLst>
          </p:cNvPr>
          <p:cNvSpPr txBox="1"/>
          <p:nvPr/>
        </p:nvSpPr>
        <p:spPr>
          <a:xfrm>
            <a:off x="15247987" y="8422038"/>
            <a:ext cx="5211404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</a:t>
            </a:r>
          </a:p>
          <a:p>
            <a:pPr algn="l">
              <a:lnSpc>
                <a:spcPts val="6000"/>
              </a:lnSpc>
            </a:pPr>
            <a:r>
              <a:rPr lang="en-US" sz="4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Picture</a:t>
            </a:r>
            <a:r>
              <a:rPr lang="en-US" sz="4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s.</a:t>
            </a: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88632CFD-0F63-A8A3-A6EA-EC7049C61D17}"/>
              </a:ext>
            </a:extLst>
          </p:cNvPr>
          <p:cNvSpPr txBox="1"/>
          <p:nvPr/>
        </p:nvSpPr>
        <p:spPr>
          <a:xfrm>
            <a:off x="16916400" y="6286500"/>
            <a:ext cx="1118517" cy="5849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  <a:endParaRPr lang="en-US" sz="3000" b="1" dirty="0"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3937874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4440</TotalTime>
  <Words>84</Words>
  <Application>Microsoft Office PowerPoint</Application>
  <PresentationFormat>Custom</PresentationFormat>
  <Paragraphs>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Montserrat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Template Webinar</dc:title>
  <dc:creator>Delphine Leon</dc:creator>
  <cp:lastModifiedBy>Priya Rathor</cp:lastModifiedBy>
  <cp:revision>10</cp:revision>
  <dcterms:created xsi:type="dcterms:W3CDTF">2006-08-16T00:00:00Z</dcterms:created>
  <dcterms:modified xsi:type="dcterms:W3CDTF">2025-12-08T04:06:58Z</dcterms:modified>
  <dc:identifier>DAGZiS1mNo8</dc:identifier>
</cp:coreProperties>
</file>