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Montserrat" panose="00000500000000000000" pitchFamily="2" charset="0"/>
      <p:regular r:id="rId17"/>
      <p:bold r:id="rId18"/>
      <p:boldItalic r:id="rId19"/>
    </p:embeddedFont>
    <p:embeddedFont>
      <p:font typeface="Montserrat Bold" panose="00000800000000000000" charset="0"/>
      <p:regular r:id="rId20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3" autoAdjust="0"/>
    <p:restoredTop sz="94622" autoAdjust="0"/>
  </p:normalViewPr>
  <p:slideViewPr>
    <p:cSldViewPr>
      <p:cViewPr varScale="1">
        <p:scale>
          <a:sx n="72" d="100"/>
          <a:sy n="72" d="100"/>
        </p:scale>
        <p:origin x="69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77BE21-A579-442F-8BCE-73A23A806AD9}" type="datetimeFigureOut">
              <a:rPr lang="en-SG" smtClean="0"/>
              <a:pPr/>
              <a:t>11/12/2025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D75515-A4D5-419F-944A-66330E04EC25}" type="slidenum">
              <a:rPr lang="en-SG" smtClean="0"/>
              <a:pPr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08552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75515-A4D5-419F-944A-66330E04EC25}" type="slidenum">
              <a:rPr lang="en-SG" smtClean="0"/>
              <a:pPr/>
              <a:t>13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89268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6"/>
          <p:cNvGrpSpPr/>
          <p:nvPr/>
        </p:nvGrpSpPr>
        <p:grpSpPr>
          <a:xfrm rot="-5400000">
            <a:off x="624269" y="404407"/>
            <a:ext cx="546735" cy="1795272"/>
            <a:chOff x="0" y="0"/>
            <a:chExt cx="728980" cy="239369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28980" cy="2393696"/>
            </a:xfrm>
            <a:custGeom>
              <a:avLst/>
              <a:gdLst/>
              <a:ahLst/>
              <a:cxnLst/>
              <a:rect l="l" t="t" r="r" b="b"/>
              <a:pathLst>
                <a:path w="728980" h="2393696">
                  <a:moveTo>
                    <a:pt x="0" y="0"/>
                  </a:moveTo>
                  <a:lnTo>
                    <a:pt x="728980" y="0"/>
                  </a:lnTo>
                  <a:lnTo>
                    <a:pt x="728980" y="2393696"/>
                  </a:lnTo>
                  <a:lnTo>
                    <a:pt x="0" y="2393696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066800" y="1028700"/>
            <a:ext cx="914400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/NO.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395385" y="59006"/>
            <a:ext cx="3930600" cy="2640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000" b="1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Client’s</a:t>
            </a:r>
          </a:p>
          <a:p>
            <a:pPr algn="l">
              <a:lnSpc>
                <a:spcPts val="10080"/>
              </a:lnSpc>
            </a:pPr>
            <a:r>
              <a:rPr lang="en-US" sz="7000" b="1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Style.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593438" y="3278530"/>
            <a:ext cx="5200015" cy="442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Which style's do you like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593438" y="3869753"/>
            <a:ext cx="1693562" cy="3462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56"/>
              </a:lnSpc>
            </a:pPr>
            <a:r>
              <a:rPr lang="en-US" sz="176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Which style's do you like1</a:t>
            </a: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8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8593438" y="7606430"/>
            <a:ext cx="9008762" cy="1499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Can you explain your picture selection?1</a:t>
            </a:r>
          </a:p>
          <a:p>
            <a:pPr algn="l">
              <a:lnSpc>
                <a:spcPts val="3024"/>
              </a:lnSpc>
            </a:pPr>
            <a:endParaRPr lang="en-US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024"/>
              </a:lnSpc>
            </a:pPr>
            <a:endParaRPr lang="en-US" sz="1800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024"/>
              </a:lnSpc>
            </a:pPr>
            <a:endParaRPr lang="en-US" sz="1800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5" name="Group 20"/>
          <p:cNvGrpSpPr/>
          <p:nvPr/>
        </p:nvGrpSpPr>
        <p:grpSpPr>
          <a:xfrm rot="44536">
            <a:off x="12301922" y="9210675"/>
            <a:ext cx="2224850" cy="19050"/>
            <a:chOff x="0" y="0"/>
            <a:chExt cx="2966466" cy="25400"/>
          </a:xfrm>
        </p:grpSpPr>
        <p:sp>
          <p:nvSpPr>
            <p:cNvPr id="26" name="Freeform 21"/>
            <p:cNvSpPr/>
            <p:nvPr/>
          </p:nvSpPr>
          <p:spPr>
            <a:xfrm>
              <a:off x="0" y="0"/>
              <a:ext cx="2966466" cy="25400"/>
            </a:xfrm>
            <a:custGeom>
              <a:avLst/>
              <a:gdLst/>
              <a:ahLst/>
              <a:cxnLst/>
              <a:rect l="l" t="t" r="r" b="b"/>
              <a:pathLst>
                <a:path w="2966466" h="25400">
                  <a:moveTo>
                    <a:pt x="12700" y="0"/>
                  </a:moveTo>
                  <a:lnTo>
                    <a:pt x="2953766" y="0"/>
                  </a:lnTo>
                  <a:cubicBezTo>
                    <a:pt x="2960751" y="0"/>
                    <a:pt x="2966466" y="5715"/>
                    <a:pt x="2966466" y="12700"/>
                  </a:cubicBezTo>
                  <a:cubicBezTo>
                    <a:pt x="2966466" y="19685"/>
                    <a:pt x="2960751" y="25400"/>
                    <a:pt x="2953766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292929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27" name="TextBox 25"/>
          <p:cNvSpPr txBox="1"/>
          <p:nvPr/>
        </p:nvSpPr>
        <p:spPr>
          <a:xfrm>
            <a:off x="14554200" y="9029700"/>
            <a:ext cx="2756469" cy="44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49"/>
              </a:lnSpc>
            </a:pPr>
            <a:r>
              <a:rPr lang="en-US" sz="1398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Project Brief | DD MM YYYY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9"/>
          <p:cNvSpPr txBox="1"/>
          <p:nvPr/>
        </p:nvSpPr>
        <p:spPr>
          <a:xfrm>
            <a:off x="9144000" y="-50564"/>
            <a:ext cx="3930600" cy="2640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000" b="1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Client’s</a:t>
            </a:r>
          </a:p>
          <a:p>
            <a:pPr algn="l">
              <a:lnSpc>
                <a:spcPts val="10080"/>
              </a:lnSpc>
            </a:pPr>
            <a:r>
              <a:rPr lang="en-US" sz="7000" b="1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Style.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07564" y="3614110"/>
            <a:ext cx="1641436" cy="3462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56"/>
              </a:lnSpc>
            </a:pPr>
            <a:r>
              <a:rPr lang="en-US" sz="176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Which style's do you like1</a:t>
            </a: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8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407564" y="7780048"/>
            <a:ext cx="5146636" cy="11150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Can you explain your picture selection?1</a:t>
            </a:r>
          </a:p>
          <a:p>
            <a:pPr algn="l">
              <a:lnSpc>
                <a:spcPts val="3024"/>
              </a:lnSpc>
            </a:pPr>
            <a:endParaRPr lang="en-US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024"/>
              </a:lnSpc>
            </a:pPr>
            <a:endParaRPr lang="en-US" sz="1800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3" name="Group 16"/>
          <p:cNvGrpSpPr/>
          <p:nvPr/>
        </p:nvGrpSpPr>
        <p:grpSpPr>
          <a:xfrm rot="-5400000">
            <a:off x="624269" y="404407"/>
            <a:ext cx="546735" cy="1795272"/>
            <a:chOff x="0" y="0"/>
            <a:chExt cx="728980" cy="2393696"/>
          </a:xfrm>
        </p:grpSpPr>
        <p:sp>
          <p:nvSpPr>
            <p:cNvPr id="24" name="Freeform 17"/>
            <p:cNvSpPr/>
            <p:nvPr/>
          </p:nvSpPr>
          <p:spPr>
            <a:xfrm>
              <a:off x="0" y="0"/>
              <a:ext cx="728980" cy="2393696"/>
            </a:xfrm>
            <a:custGeom>
              <a:avLst/>
              <a:gdLst/>
              <a:ahLst/>
              <a:cxnLst/>
              <a:rect l="l" t="t" r="r" b="b"/>
              <a:pathLst>
                <a:path w="728980" h="2393696">
                  <a:moveTo>
                    <a:pt x="0" y="0"/>
                  </a:moveTo>
                  <a:lnTo>
                    <a:pt x="728980" y="0"/>
                  </a:lnTo>
                  <a:lnTo>
                    <a:pt x="728980" y="2393696"/>
                  </a:lnTo>
                  <a:lnTo>
                    <a:pt x="0" y="2393696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25" name="TextBox 18"/>
          <p:cNvSpPr txBox="1"/>
          <p:nvPr/>
        </p:nvSpPr>
        <p:spPr>
          <a:xfrm>
            <a:off x="1066800" y="1028700"/>
            <a:ext cx="914400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/NO.</a:t>
            </a:r>
          </a:p>
        </p:txBody>
      </p:sp>
      <p:grpSp>
        <p:nvGrpSpPr>
          <p:cNvPr id="26" name="Group 20"/>
          <p:cNvGrpSpPr/>
          <p:nvPr/>
        </p:nvGrpSpPr>
        <p:grpSpPr>
          <a:xfrm rot="44536">
            <a:off x="12301922" y="9210675"/>
            <a:ext cx="2224850" cy="19050"/>
            <a:chOff x="0" y="0"/>
            <a:chExt cx="2966466" cy="25400"/>
          </a:xfrm>
        </p:grpSpPr>
        <p:sp>
          <p:nvSpPr>
            <p:cNvPr id="27" name="Freeform 21"/>
            <p:cNvSpPr/>
            <p:nvPr/>
          </p:nvSpPr>
          <p:spPr>
            <a:xfrm>
              <a:off x="0" y="0"/>
              <a:ext cx="2966466" cy="25400"/>
            </a:xfrm>
            <a:custGeom>
              <a:avLst/>
              <a:gdLst/>
              <a:ahLst/>
              <a:cxnLst/>
              <a:rect l="l" t="t" r="r" b="b"/>
              <a:pathLst>
                <a:path w="2966466" h="25400">
                  <a:moveTo>
                    <a:pt x="12700" y="0"/>
                  </a:moveTo>
                  <a:lnTo>
                    <a:pt x="2953766" y="0"/>
                  </a:lnTo>
                  <a:cubicBezTo>
                    <a:pt x="2960751" y="0"/>
                    <a:pt x="2966466" y="5715"/>
                    <a:pt x="2966466" y="12700"/>
                  </a:cubicBezTo>
                  <a:cubicBezTo>
                    <a:pt x="2966466" y="19685"/>
                    <a:pt x="2960751" y="25400"/>
                    <a:pt x="2953766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292929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28" name="TextBox 25"/>
          <p:cNvSpPr txBox="1"/>
          <p:nvPr/>
        </p:nvSpPr>
        <p:spPr>
          <a:xfrm>
            <a:off x="14554200" y="9029700"/>
            <a:ext cx="2756469" cy="44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49"/>
              </a:lnSpc>
            </a:pPr>
            <a:r>
              <a:rPr lang="en-US" sz="1398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Project Brief | DD MM YYYY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92734" y="3137056"/>
            <a:ext cx="3009157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3024"/>
              </a:lnSpc>
            </a:pPr>
            <a:r>
              <a:rPr lang="en-US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Which style's do you like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3"/>
          <p:cNvSpPr txBox="1"/>
          <p:nvPr/>
        </p:nvSpPr>
        <p:spPr>
          <a:xfrm>
            <a:off x="12325827" y="238125"/>
            <a:ext cx="3930600" cy="2640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000" b="1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Client’s</a:t>
            </a:r>
          </a:p>
          <a:p>
            <a:pPr algn="l">
              <a:lnSpc>
                <a:spcPts val="10080"/>
              </a:lnSpc>
            </a:pPr>
            <a:r>
              <a:rPr lang="en-US" sz="7000" b="1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Style.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325985" y="3759225"/>
            <a:ext cx="1771016" cy="3462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56"/>
              </a:lnSpc>
            </a:pPr>
            <a:r>
              <a:rPr lang="en-US" sz="176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Which style's do you like1</a:t>
            </a: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8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2351618" y="7282034"/>
            <a:ext cx="5007851" cy="1884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Can you explain your picture selection?1</a:t>
            </a:r>
          </a:p>
          <a:p>
            <a:pPr algn="l">
              <a:lnSpc>
                <a:spcPts val="3024"/>
              </a:lnSpc>
            </a:pPr>
            <a:endParaRPr lang="en-US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024"/>
              </a:lnSpc>
            </a:pPr>
            <a:endParaRPr lang="en-US" sz="1800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024"/>
              </a:lnSpc>
            </a:pPr>
            <a:endParaRPr lang="en-US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024"/>
              </a:lnSpc>
            </a:pPr>
            <a:endParaRPr lang="en-US" sz="1800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7" name="Group 16"/>
          <p:cNvGrpSpPr/>
          <p:nvPr/>
        </p:nvGrpSpPr>
        <p:grpSpPr>
          <a:xfrm rot="-5400000">
            <a:off x="624269" y="404407"/>
            <a:ext cx="546735" cy="1795272"/>
            <a:chOff x="0" y="0"/>
            <a:chExt cx="728980" cy="2393696"/>
          </a:xfrm>
        </p:grpSpPr>
        <p:sp>
          <p:nvSpPr>
            <p:cNvPr id="28" name="Freeform 17"/>
            <p:cNvSpPr/>
            <p:nvPr/>
          </p:nvSpPr>
          <p:spPr>
            <a:xfrm>
              <a:off x="0" y="0"/>
              <a:ext cx="728980" cy="2393696"/>
            </a:xfrm>
            <a:custGeom>
              <a:avLst/>
              <a:gdLst/>
              <a:ahLst/>
              <a:cxnLst/>
              <a:rect l="l" t="t" r="r" b="b"/>
              <a:pathLst>
                <a:path w="728980" h="2393696">
                  <a:moveTo>
                    <a:pt x="0" y="0"/>
                  </a:moveTo>
                  <a:lnTo>
                    <a:pt x="728980" y="0"/>
                  </a:lnTo>
                  <a:lnTo>
                    <a:pt x="728980" y="2393696"/>
                  </a:lnTo>
                  <a:lnTo>
                    <a:pt x="0" y="2393696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29" name="TextBox 18"/>
          <p:cNvSpPr txBox="1"/>
          <p:nvPr/>
        </p:nvSpPr>
        <p:spPr>
          <a:xfrm>
            <a:off x="1066800" y="1028700"/>
            <a:ext cx="914400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/NO.</a:t>
            </a:r>
          </a:p>
        </p:txBody>
      </p:sp>
      <p:grpSp>
        <p:nvGrpSpPr>
          <p:cNvPr id="30" name="Group 20"/>
          <p:cNvGrpSpPr/>
          <p:nvPr/>
        </p:nvGrpSpPr>
        <p:grpSpPr>
          <a:xfrm rot="44536">
            <a:off x="12301922" y="9210675"/>
            <a:ext cx="2224850" cy="19050"/>
            <a:chOff x="0" y="0"/>
            <a:chExt cx="2966466" cy="25400"/>
          </a:xfrm>
        </p:grpSpPr>
        <p:sp>
          <p:nvSpPr>
            <p:cNvPr id="31" name="Freeform 21"/>
            <p:cNvSpPr/>
            <p:nvPr/>
          </p:nvSpPr>
          <p:spPr>
            <a:xfrm>
              <a:off x="0" y="0"/>
              <a:ext cx="2966466" cy="25400"/>
            </a:xfrm>
            <a:custGeom>
              <a:avLst/>
              <a:gdLst/>
              <a:ahLst/>
              <a:cxnLst/>
              <a:rect l="l" t="t" r="r" b="b"/>
              <a:pathLst>
                <a:path w="2966466" h="25400">
                  <a:moveTo>
                    <a:pt x="12700" y="0"/>
                  </a:moveTo>
                  <a:lnTo>
                    <a:pt x="2953766" y="0"/>
                  </a:lnTo>
                  <a:cubicBezTo>
                    <a:pt x="2960751" y="0"/>
                    <a:pt x="2966466" y="5715"/>
                    <a:pt x="2966466" y="12700"/>
                  </a:cubicBezTo>
                  <a:cubicBezTo>
                    <a:pt x="2966466" y="19685"/>
                    <a:pt x="2960751" y="25400"/>
                    <a:pt x="2953766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292929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32" name="TextBox 25"/>
          <p:cNvSpPr txBox="1"/>
          <p:nvPr/>
        </p:nvSpPr>
        <p:spPr>
          <a:xfrm>
            <a:off x="14554200" y="9029700"/>
            <a:ext cx="2756469" cy="44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49"/>
              </a:lnSpc>
            </a:pPr>
            <a:r>
              <a:rPr lang="en-US" sz="1398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Project Brief | DD MM YYYY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E9AD95-2639-3116-DB04-A032DAECF120}"/>
              </a:ext>
            </a:extLst>
          </p:cNvPr>
          <p:cNvSpPr/>
          <p:nvPr/>
        </p:nvSpPr>
        <p:spPr>
          <a:xfrm>
            <a:off x="12192000" y="3203689"/>
            <a:ext cx="3009157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3024"/>
              </a:lnSpc>
            </a:pPr>
            <a:r>
              <a:rPr lang="en-US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Which style's do you like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60476B-7691-6D20-4159-A8DFE9E65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9588" y="1032967"/>
            <a:ext cx="1198044" cy="6369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8"/>
          <p:cNvGrpSpPr/>
          <p:nvPr/>
        </p:nvGrpSpPr>
        <p:grpSpPr>
          <a:xfrm rot="-5400000">
            <a:off x="624269" y="404407"/>
            <a:ext cx="546735" cy="1795272"/>
            <a:chOff x="0" y="0"/>
            <a:chExt cx="728980" cy="239369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28980" cy="2393696"/>
            </a:xfrm>
            <a:custGeom>
              <a:avLst/>
              <a:gdLst/>
              <a:ahLst/>
              <a:cxnLst/>
              <a:rect l="l" t="t" r="r" b="b"/>
              <a:pathLst>
                <a:path w="728980" h="2393696">
                  <a:moveTo>
                    <a:pt x="0" y="0"/>
                  </a:moveTo>
                  <a:lnTo>
                    <a:pt x="728980" y="0"/>
                  </a:lnTo>
                  <a:lnTo>
                    <a:pt x="728980" y="2393696"/>
                  </a:lnTo>
                  <a:lnTo>
                    <a:pt x="0" y="2393696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028700" y="805755"/>
            <a:ext cx="868253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0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/09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371292" y="174343"/>
            <a:ext cx="3930600" cy="2640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000" b="1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Client’s</a:t>
            </a:r>
          </a:p>
          <a:p>
            <a:pPr algn="l">
              <a:lnSpc>
                <a:spcPts val="10080"/>
              </a:lnSpc>
            </a:pPr>
            <a:r>
              <a:rPr lang="en-US" sz="7000" b="1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Style.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593438" y="3135655"/>
            <a:ext cx="5200015" cy="442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Which style's do you like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661133" y="3646358"/>
            <a:ext cx="1778268" cy="3462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56"/>
              </a:lnSpc>
            </a:pPr>
            <a:r>
              <a:rPr lang="en-US" sz="176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Which style's do you like1</a:t>
            </a: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8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8689520" y="7194039"/>
            <a:ext cx="8988880" cy="18844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Can you explain your picture selection?1</a:t>
            </a:r>
          </a:p>
          <a:p>
            <a:pPr algn="l">
              <a:lnSpc>
                <a:spcPts val="3024"/>
              </a:lnSpc>
            </a:pPr>
            <a:endParaRPr lang="en-US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024"/>
              </a:lnSpc>
            </a:pPr>
            <a:endParaRPr lang="en-US" sz="1800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024"/>
              </a:lnSpc>
            </a:pPr>
            <a:endParaRPr lang="en-US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024"/>
              </a:lnSpc>
            </a:pPr>
            <a:endParaRPr lang="en-US" sz="1800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7" name="Group 16"/>
          <p:cNvGrpSpPr/>
          <p:nvPr/>
        </p:nvGrpSpPr>
        <p:grpSpPr>
          <a:xfrm rot="-5400000">
            <a:off x="624269" y="404407"/>
            <a:ext cx="546735" cy="1795272"/>
            <a:chOff x="0" y="0"/>
            <a:chExt cx="728980" cy="2393696"/>
          </a:xfrm>
        </p:grpSpPr>
        <p:sp>
          <p:nvSpPr>
            <p:cNvPr id="28" name="Freeform 17"/>
            <p:cNvSpPr/>
            <p:nvPr/>
          </p:nvSpPr>
          <p:spPr>
            <a:xfrm>
              <a:off x="0" y="0"/>
              <a:ext cx="728980" cy="2393696"/>
            </a:xfrm>
            <a:custGeom>
              <a:avLst/>
              <a:gdLst/>
              <a:ahLst/>
              <a:cxnLst/>
              <a:rect l="l" t="t" r="r" b="b"/>
              <a:pathLst>
                <a:path w="728980" h="2393696">
                  <a:moveTo>
                    <a:pt x="0" y="0"/>
                  </a:moveTo>
                  <a:lnTo>
                    <a:pt x="728980" y="0"/>
                  </a:lnTo>
                  <a:lnTo>
                    <a:pt x="728980" y="2393696"/>
                  </a:lnTo>
                  <a:lnTo>
                    <a:pt x="0" y="2393696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29" name="TextBox 18"/>
          <p:cNvSpPr txBox="1"/>
          <p:nvPr/>
        </p:nvSpPr>
        <p:spPr>
          <a:xfrm>
            <a:off x="1066800" y="1028700"/>
            <a:ext cx="914400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/NO.</a:t>
            </a:r>
          </a:p>
        </p:txBody>
      </p:sp>
      <p:grpSp>
        <p:nvGrpSpPr>
          <p:cNvPr id="30" name="Group 20"/>
          <p:cNvGrpSpPr/>
          <p:nvPr/>
        </p:nvGrpSpPr>
        <p:grpSpPr>
          <a:xfrm rot="44536">
            <a:off x="12301922" y="9210675"/>
            <a:ext cx="2224850" cy="19050"/>
            <a:chOff x="0" y="0"/>
            <a:chExt cx="2966466" cy="25400"/>
          </a:xfrm>
        </p:grpSpPr>
        <p:sp>
          <p:nvSpPr>
            <p:cNvPr id="31" name="Freeform 21"/>
            <p:cNvSpPr/>
            <p:nvPr/>
          </p:nvSpPr>
          <p:spPr>
            <a:xfrm>
              <a:off x="0" y="0"/>
              <a:ext cx="2966466" cy="25400"/>
            </a:xfrm>
            <a:custGeom>
              <a:avLst/>
              <a:gdLst/>
              <a:ahLst/>
              <a:cxnLst/>
              <a:rect l="l" t="t" r="r" b="b"/>
              <a:pathLst>
                <a:path w="2966466" h="25400">
                  <a:moveTo>
                    <a:pt x="12700" y="0"/>
                  </a:moveTo>
                  <a:lnTo>
                    <a:pt x="2953766" y="0"/>
                  </a:lnTo>
                  <a:cubicBezTo>
                    <a:pt x="2960751" y="0"/>
                    <a:pt x="2966466" y="5715"/>
                    <a:pt x="2966466" y="12700"/>
                  </a:cubicBezTo>
                  <a:cubicBezTo>
                    <a:pt x="2966466" y="19685"/>
                    <a:pt x="2960751" y="25400"/>
                    <a:pt x="2953766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292929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32" name="TextBox 25"/>
          <p:cNvSpPr txBox="1"/>
          <p:nvPr/>
        </p:nvSpPr>
        <p:spPr>
          <a:xfrm>
            <a:off x="14554200" y="9029700"/>
            <a:ext cx="2756469" cy="44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49"/>
              </a:lnSpc>
            </a:pPr>
            <a:r>
              <a:rPr lang="en-US" sz="1398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Project Brief | DD MM YYYY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6"/>
          <p:cNvSpPr txBox="1"/>
          <p:nvPr/>
        </p:nvSpPr>
        <p:spPr>
          <a:xfrm>
            <a:off x="12325827" y="238125"/>
            <a:ext cx="3930600" cy="2640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000" b="1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Client’s</a:t>
            </a:r>
          </a:p>
          <a:p>
            <a:pPr algn="l">
              <a:lnSpc>
                <a:spcPts val="10080"/>
              </a:lnSpc>
            </a:pPr>
            <a:r>
              <a:rPr lang="en-US" sz="7000" b="1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Style.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325985" y="3296920"/>
            <a:ext cx="5200015" cy="442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Which style's do you like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325984" y="3759225"/>
            <a:ext cx="1771015" cy="3462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56"/>
              </a:lnSpc>
            </a:pPr>
            <a:r>
              <a:rPr lang="en-US" sz="176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Which style's do you like1</a:t>
            </a: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8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2350446" y="7397043"/>
            <a:ext cx="5007851" cy="1499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Can you explain your picture selection?1</a:t>
            </a:r>
          </a:p>
          <a:p>
            <a:pPr algn="l">
              <a:lnSpc>
                <a:spcPts val="3024"/>
              </a:lnSpc>
            </a:pPr>
            <a:endParaRPr lang="en-US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024"/>
              </a:lnSpc>
            </a:pPr>
            <a:endParaRPr lang="en-US" sz="1800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024"/>
              </a:lnSpc>
            </a:pPr>
            <a:endParaRPr lang="en-US" sz="1800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4" name="Group 16"/>
          <p:cNvGrpSpPr/>
          <p:nvPr/>
        </p:nvGrpSpPr>
        <p:grpSpPr>
          <a:xfrm rot="-5400000">
            <a:off x="624269" y="404407"/>
            <a:ext cx="546735" cy="1795272"/>
            <a:chOff x="0" y="0"/>
            <a:chExt cx="728980" cy="2393696"/>
          </a:xfrm>
        </p:grpSpPr>
        <p:sp>
          <p:nvSpPr>
            <p:cNvPr id="45" name="Freeform 17"/>
            <p:cNvSpPr/>
            <p:nvPr/>
          </p:nvSpPr>
          <p:spPr>
            <a:xfrm>
              <a:off x="0" y="0"/>
              <a:ext cx="728980" cy="2393696"/>
            </a:xfrm>
            <a:custGeom>
              <a:avLst/>
              <a:gdLst/>
              <a:ahLst/>
              <a:cxnLst/>
              <a:rect l="l" t="t" r="r" b="b"/>
              <a:pathLst>
                <a:path w="728980" h="2393696">
                  <a:moveTo>
                    <a:pt x="0" y="0"/>
                  </a:moveTo>
                  <a:lnTo>
                    <a:pt x="728980" y="0"/>
                  </a:lnTo>
                  <a:lnTo>
                    <a:pt x="728980" y="2393696"/>
                  </a:lnTo>
                  <a:lnTo>
                    <a:pt x="0" y="2393696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46" name="TextBox 18"/>
          <p:cNvSpPr txBox="1"/>
          <p:nvPr/>
        </p:nvSpPr>
        <p:spPr>
          <a:xfrm>
            <a:off x="1066800" y="1028700"/>
            <a:ext cx="914400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/NO.</a:t>
            </a:r>
          </a:p>
        </p:txBody>
      </p:sp>
      <p:grpSp>
        <p:nvGrpSpPr>
          <p:cNvPr id="47" name="Group 20"/>
          <p:cNvGrpSpPr/>
          <p:nvPr/>
        </p:nvGrpSpPr>
        <p:grpSpPr>
          <a:xfrm rot="44536">
            <a:off x="12301922" y="9210675"/>
            <a:ext cx="2224850" cy="19050"/>
            <a:chOff x="0" y="0"/>
            <a:chExt cx="2966466" cy="25400"/>
          </a:xfrm>
        </p:grpSpPr>
        <p:sp>
          <p:nvSpPr>
            <p:cNvPr id="48" name="Freeform 21"/>
            <p:cNvSpPr/>
            <p:nvPr/>
          </p:nvSpPr>
          <p:spPr>
            <a:xfrm>
              <a:off x="0" y="0"/>
              <a:ext cx="2966466" cy="25400"/>
            </a:xfrm>
            <a:custGeom>
              <a:avLst/>
              <a:gdLst/>
              <a:ahLst/>
              <a:cxnLst/>
              <a:rect l="l" t="t" r="r" b="b"/>
              <a:pathLst>
                <a:path w="2966466" h="25400">
                  <a:moveTo>
                    <a:pt x="12700" y="0"/>
                  </a:moveTo>
                  <a:lnTo>
                    <a:pt x="2953766" y="0"/>
                  </a:lnTo>
                  <a:cubicBezTo>
                    <a:pt x="2960751" y="0"/>
                    <a:pt x="2966466" y="5715"/>
                    <a:pt x="2966466" y="12700"/>
                  </a:cubicBezTo>
                  <a:cubicBezTo>
                    <a:pt x="2966466" y="19685"/>
                    <a:pt x="2960751" y="25400"/>
                    <a:pt x="2953766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292929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49" name="TextBox 25"/>
          <p:cNvSpPr txBox="1"/>
          <p:nvPr/>
        </p:nvSpPr>
        <p:spPr>
          <a:xfrm>
            <a:off x="14554200" y="9029700"/>
            <a:ext cx="2756469" cy="44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49"/>
              </a:lnSpc>
            </a:pPr>
            <a:r>
              <a:rPr lang="en-US" sz="1398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Project Brief | DD MM YYYY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3"/>
          <p:cNvSpPr txBox="1"/>
          <p:nvPr/>
        </p:nvSpPr>
        <p:spPr>
          <a:xfrm>
            <a:off x="12325827" y="238125"/>
            <a:ext cx="3930600" cy="2640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000" b="1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Client’s</a:t>
            </a:r>
          </a:p>
          <a:p>
            <a:pPr algn="l">
              <a:lnSpc>
                <a:spcPts val="10080"/>
              </a:lnSpc>
            </a:pPr>
            <a:r>
              <a:rPr lang="en-US" sz="7000" b="1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Style.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325985" y="3296920"/>
            <a:ext cx="5200015" cy="442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Which style's do you like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25984" y="3759225"/>
            <a:ext cx="1694815" cy="3462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56"/>
              </a:lnSpc>
            </a:pPr>
            <a:r>
              <a:rPr lang="en-US" sz="176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Which style's do you like1</a:t>
            </a: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8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2325828" y="7426641"/>
            <a:ext cx="5007851" cy="1884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Can you explain your picture selection?1</a:t>
            </a:r>
          </a:p>
          <a:p>
            <a:pPr algn="l">
              <a:lnSpc>
                <a:spcPts val="3024"/>
              </a:lnSpc>
            </a:pPr>
            <a:endParaRPr lang="en-US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024"/>
              </a:lnSpc>
            </a:pPr>
            <a:endParaRPr lang="en-US" sz="1800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024"/>
              </a:lnSpc>
            </a:pPr>
            <a:endParaRPr lang="en-US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024"/>
              </a:lnSpc>
            </a:pPr>
            <a:endParaRPr lang="en-US" sz="1800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8" name="Group 16"/>
          <p:cNvGrpSpPr/>
          <p:nvPr/>
        </p:nvGrpSpPr>
        <p:grpSpPr>
          <a:xfrm rot="-5400000">
            <a:off x="624269" y="404407"/>
            <a:ext cx="546735" cy="1795272"/>
            <a:chOff x="0" y="0"/>
            <a:chExt cx="728980" cy="2393696"/>
          </a:xfrm>
        </p:grpSpPr>
        <p:sp>
          <p:nvSpPr>
            <p:cNvPr id="29" name="Freeform 17"/>
            <p:cNvSpPr/>
            <p:nvPr/>
          </p:nvSpPr>
          <p:spPr>
            <a:xfrm>
              <a:off x="0" y="0"/>
              <a:ext cx="728980" cy="2393696"/>
            </a:xfrm>
            <a:custGeom>
              <a:avLst/>
              <a:gdLst/>
              <a:ahLst/>
              <a:cxnLst/>
              <a:rect l="l" t="t" r="r" b="b"/>
              <a:pathLst>
                <a:path w="728980" h="2393696">
                  <a:moveTo>
                    <a:pt x="0" y="0"/>
                  </a:moveTo>
                  <a:lnTo>
                    <a:pt x="728980" y="0"/>
                  </a:lnTo>
                  <a:lnTo>
                    <a:pt x="728980" y="2393696"/>
                  </a:lnTo>
                  <a:lnTo>
                    <a:pt x="0" y="2393696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30" name="TextBox 18"/>
          <p:cNvSpPr txBox="1"/>
          <p:nvPr/>
        </p:nvSpPr>
        <p:spPr>
          <a:xfrm>
            <a:off x="1066800" y="1028700"/>
            <a:ext cx="914400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/NO.</a:t>
            </a:r>
          </a:p>
        </p:txBody>
      </p:sp>
      <p:grpSp>
        <p:nvGrpSpPr>
          <p:cNvPr id="31" name="Group 20"/>
          <p:cNvGrpSpPr/>
          <p:nvPr/>
        </p:nvGrpSpPr>
        <p:grpSpPr>
          <a:xfrm rot="44536">
            <a:off x="12301922" y="9210675"/>
            <a:ext cx="2224850" cy="19050"/>
            <a:chOff x="0" y="0"/>
            <a:chExt cx="2966466" cy="25400"/>
          </a:xfrm>
        </p:grpSpPr>
        <p:sp>
          <p:nvSpPr>
            <p:cNvPr id="32" name="Freeform 21"/>
            <p:cNvSpPr/>
            <p:nvPr/>
          </p:nvSpPr>
          <p:spPr>
            <a:xfrm>
              <a:off x="0" y="0"/>
              <a:ext cx="2966466" cy="25400"/>
            </a:xfrm>
            <a:custGeom>
              <a:avLst/>
              <a:gdLst/>
              <a:ahLst/>
              <a:cxnLst/>
              <a:rect l="l" t="t" r="r" b="b"/>
              <a:pathLst>
                <a:path w="2966466" h="25400">
                  <a:moveTo>
                    <a:pt x="12700" y="0"/>
                  </a:moveTo>
                  <a:lnTo>
                    <a:pt x="2953766" y="0"/>
                  </a:lnTo>
                  <a:cubicBezTo>
                    <a:pt x="2960751" y="0"/>
                    <a:pt x="2966466" y="5715"/>
                    <a:pt x="2966466" y="12700"/>
                  </a:cubicBezTo>
                  <a:cubicBezTo>
                    <a:pt x="2966466" y="19685"/>
                    <a:pt x="2960751" y="25400"/>
                    <a:pt x="2953766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292929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33" name="TextBox 25"/>
          <p:cNvSpPr txBox="1"/>
          <p:nvPr/>
        </p:nvSpPr>
        <p:spPr>
          <a:xfrm>
            <a:off x="14554200" y="9029700"/>
            <a:ext cx="2756469" cy="44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49"/>
              </a:lnSpc>
            </a:pPr>
            <a:r>
              <a:rPr lang="en-US" sz="1398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Project Brief | DD MM YYYY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7"/>
          <p:cNvSpPr txBox="1"/>
          <p:nvPr/>
        </p:nvSpPr>
        <p:spPr>
          <a:xfrm>
            <a:off x="12325827" y="238125"/>
            <a:ext cx="3930600" cy="2640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000" b="1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Client’s</a:t>
            </a:r>
          </a:p>
          <a:p>
            <a:pPr algn="l">
              <a:lnSpc>
                <a:spcPts val="10080"/>
              </a:lnSpc>
            </a:pPr>
            <a:r>
              <a:rPr lang="en-US" sz="7000" b="1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Style.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325985" y="3296920"/>
            <a:ext cx="5200015" cy="442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Which style's do you like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325984" y="3759225"/>
            <a:ext cx="1694815" cy="3462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56"/>
              </a:lnSpc>
            </a:pPr>
            <a:r>
              <a:rPr lang="en-US" sz="176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Which style's do you like1</a:t>
            </a: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8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2334034" y="7257480"/>
            <a:ext cx="5007851" cy="1884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Can you explain your picture selection?1</a:t>
            </a:r>
          </a:p>
          <a:p>
            <a:pPr algn="l">
              <a:lnSpc>
                <a:spcPts val="3024"/>
              </a:lnSpc>
            </a:pPr>
            <a:endParaRPr lang="en-US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024"/>
              </a:lnSpc>
            </a:pPr>
            <a:endParaRPr lang="en-US" sz="1800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024"/>
              </a:lnSpc>
            </a:pPr>
            <a:endParaRPr lang="en-US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024"/>
              </a:lnSpc>
            </a:pPr>
            <a:endParaRPr lang="en-US" sz="1800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2" name="Group 16"/>
          <p:cNvGrpSpPr/>
          <p:nvPr/>
        </p:nvGrpSpPr>
        <p:grpSpPr>
          <a:xfrm rot="-5400000">
            <a:off x="624269" y="404407"/>
            <a:ext cx="546735" cy="1795272"/>
            <a:chOff x="0" y="0"/>
            <a:chExt cx="728980" cy="2393696"/>
          </a:xfrm>
        </p:grpSpPr>
        <p:sp>
          <p:nvSpPr>
            <p:cNvPr id="43" name="Freeform 17"/>
            <p:cNvSpPr/>
            <p:nvPr/>
          </p:nvSpPr>
          <p:spPr>
            <a:xfrm>
              <a:off x="0" y="0"/>
              <a:ext cx="728980" cy="2393696"/>
            </a:xfrm>
            <a:custGeom>
              <a:avLst/>
              <a:gdLst/>
              <a:ahLst/>
              <a:cxnLst/>
              <a:rect l="l" t="t" r="r" b="b"/>
              <a:pathLst>
                <a:path w="728980" h="2393696">
                  <a:moveTo>
                    <a:pt x="0" y="0"/>
                  </a:moveTo>
                  <a:lnTo>
                    <a:pt x="728980" y="0"/>
                  </a:lnTo>
                  <a:lnTo>
                    <a:pt x="728980" y="2393696"/>
                  </a:lnTo>
                  <a:lnTo>
                    <a:pt x="0" y="2393696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44" name="TextBox 18"/>
          <p:cNvSpPr txBox="1"/>
          <p:nvPr/>
        </p:nvSpPr>
        <p:spPr>
          <a:xfrm>
            <a:off x="1066800" y="1028700"/>
            <a:ext cx="914400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/NO.</a:t>
            </a:r>
          </a:p>
        </p:txBody>
      </p:sp>
      <p:grpSp>
        <p:nvGrpSpPr>
          <p:cNvPr id="45" name="Group 20"/>
          <p:cNvGrpSpPr/>
          <p:nvPr/>
        </p:nvGrpSpPr>
        <p:grpSpPr>
          <a:xfrm rot="44536">
            <a:off x="12301922" y="9210675"/>
            <a:ext cx="2224850" cy="19050"/>
            <a:chOff x="0" y="0"/>
            <a:chExt cx="2966466" cy="25400"/>
          </a:xfrm>
        </p:grpSpPr>
        <p:sp>
          <p:nvSpPr>
            <p:cNvPr id="46" name="Freeform 21"/>
            <p:cNvSpPr/>
            <p:nvPr/>
          </p:nvSpPr>
          <p:spPr>
            <a:xfrm>
              <a:off x="0" y="0"/>
              <a:ext cx="2966466" cy="25400"/>
            </a:xfrm>
            <a:custGeom>
              <a:avLst/>
              <a:gdLst/>
              <a:ahLst/>
              <a:cxnLst/>
              <a:rect l="l" t="t" r="r" b="b"/>
              <a:pathLst>
                <a:path w="2966466" h="25400">
                  <a:moveTo>
                    <a:pt x="12700" y="0"/>
                  </a:moveTo>
                  <a:lnTo>
                    <a:pt x="2953766" y="0"/>
                  </a:lnTo>
                  <a:cubicBezTo>
                    <a:pt x="2960751" y="0"/>
                    <a:pt x="2966466" y="5715"/>
                    <a:pt x="2966466" y="12700"/>
                  </a:cubicBezTo>
                  <a:cubicBezTo>
                    <a:pt x="2966466" y="19685"/>
                    <a:pt x="2960751" y="25400"/>
                    <a:pt x="2953766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292929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47" name="TextBox 25"/>
          <p:cNvSpPr txBox="1"/>
          <p:nvPr/>
        </p:nvSpPr>
        <p:spPr>
          <a:xfrm>
            <a:off x="14554200" y="9029700"/>
            <a:ext cx="2756469" cy="44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49"/>
              </a:lnSpc>
            </a:pPr>
            <a:r>
              <a:rPr lang="en-US" sz="1398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Project Brief | DD MM YYYY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4"/>
          <p:cNvSpPr txBox="1"/>
          <p:nvPr/>
        </p:nvSpPr>
        <p:spPr>
          <a:xfrm>
            <a:off x="7908530" y="59006"/>
            <a:ext cx="3930600" cy="2640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000" b="1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Client’s</a:t>
            </a:r>
          </a:p>
          <a:p>
            <a:pPr algn="l">
              <a:lnSpc>
                <a:spcPts val="10080"/>
              </a:lnSpc>
            </a:pPr>
            <a:r>
              <a:rPr lang="en-US" sz="7000" b="1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Style.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08530" y="3068980"/>
            <a:ext cx="5200015" cy="442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Which style's do you like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08530" y="3694730"/>
            <a:ext cx="1768870" cy="3462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56"/>
              </a:lnSpc>
            </a:pPr>
            <a:r>
              <a:rPr lang="en-US" sz="176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Which style's do you like1</a:t>
            </a: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8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7908530" y="7515225"/>
            <a:ext cx="10150870" cy="1499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Can you explain your picture selection?1</a:t>
            </a:r>
          </a:p>
          <a:p>
            <a:pPr algn="l">
              <a:lnSpc>
                <a:spcPts val="3024"/>
              </a:lnSpc>
            </a:pPr>
            <a:endParaRPr lang="en-US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024"/>
              </a:lnSpc>
            </a:pPr>
            <a:endParaRPr lang="en-US" sz="1800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024"/>
              </a:lnSpc>
            </a:pPr>
            <a:endParaRPr lang="en-US" sz="1800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9" name="Group 16"/>
          <p:cNvGrpSpPr/>
          <p:nvPr/>
        </p:nvGrpSpPr>
        <p:grpSpPr>
          <a:xfrm rot="-5400000">
            <a:off x="624269" y="404407"/>
            <a:ext cx="546735" cy="1795272"/>
            <a:chOff x="0" y="0"/>
            <a:chExt cx="728980" cy="2393696"/>
          </a:xfrm>
        </p:grpSpPr>
        <p:sp>
          <p:nvSpPr>
            <p:cNvPr id="30" name="Freeform 17"/>
            <p:cNvSpPr/>
            <p:nvPr/>
          </p:nvSpPr>
          <p:spPr>
            <a:xfrm>
              <a:off x="0" y="0"/>
              <a:ext cx="728980" cy="2393696"/>
            </a:xfrm>
            <a:custGeom>
              <a:avLst/>
              <a:gdLst/>
              <a:ahLst/>
              <a:cxnLst/>
              <a:rect l="l" t="t" r="r" b="b"/>
              <a:pathLst>
                <a:path w="728980" h="2393696">
                  <a:moveTo>
                    <a:pt x="0" y="0"/>
                  </a:moveTo>
                  <a:lnTo>
                    <a:pt x="728980" y="0"/>
                  </a:lnTo>
                  <a:lnTo>
                    <a:pt x="728980" y="2393696"/>
                  </a:lnTo>
                  <a:lnTo>
                    <a:pt x="0" y="2393696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31" name="TextBox 18"/>
          <p:cNvSpPr txBox="1"/>
          <p:nvPr/>
        </p:nvSpPr>
        <p:spPr>
          <a:xfrm>
            <a:off x="1066800" y="1028700"/>
            <a:ext cx="914400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/NO.</a:t>
            </a:r>
          </a:p>
        </p:txBody>
      </p:sp>
      <p:grpSp>
        <p:nvGrpSpPr>
          <p:cNvPr id="32" name="Group 20"/>
          <p:cNvGrpSpPr/>
          <p:nvPr/>
        </p:nvGrpSpPr>
        <p:grpSpPr>
          <a:xfrm rot="44536">
            <a:off x="12301922" y="9210675"/>
            <a:ext cx="2224850" cy="19050"/>
            <a:chOff x="0" y="0"/>
            <a:chExt cx="2966466" cy="25400"/>
          </a:xfrm>
        </p:grpSpPr>
        <p:sp>
          <p:nvSpPr>
            <p:cNvPr id="33" name="Freeform 21"/>
            <p:cNvSpPr/>
            <p:nvPr/>
          </p:nvSpPr>
          <p:spPr>
            <a:xfrm>
              <a:off x="0" y="0"/>
              <a:ext cx="2966466" cy="25400"/>
            </a:xfrm>
            <a:custGeom>
              <a:avLst/>
              <a:gdLst/>
              <a:ahLst/>
              <a:cxnLst/>
              <a:rect l="l" t="t" r="r" b="b"/>
              <a:pathLst>
                <a:path w="2966466" h="25400">
                  <a:moveTo>
                    <a:pt x="12700" y="0"/>
                  </a:moveTo>
                  <a:lnTo>
                    <a:pt x="2953766" y="0"/>
                  </a:lnTo>
                  <a:cubicBezTo>
                    <a:pt x="2960751" y="0"/>
                    <a:pt x="2966466" y="5715"/>
                    <a:pt x="2966466" y="12700"/>
                  </a:cubicBezTo>
                  <a:cubicBezTo>
                    <a:pt x="2966466" y="19685"/>
                    <a:pt x="2960751" y="25400"/>
                    <a:pt x="2953766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292929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34" name="TextBox 25"/>
          <p:cNvSpPr txBox="1"/>
          <p:nvPr/>
        </p:nvSpPr>
        <p:spPr>
          <a:xfrm>
            <a:off x="14554200" y="9029700"/>
            <a:ext cx="2756469" cy="44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49"/>
              </a:lnSpc>
            </a:pPr>
            <a:r>
              <a:rPr lang="en-US" sz="1398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Project Brief | DD MM YYYY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7"/>
          <p:cNvSpPr txBox="1"/>
          <p:nvPr/>
        </p:nvSpPr>
        <p:spPr>
          <a:xfrm>
            <a:off x="12182842" y="174342"/>
            <a:ext cx="3930600" cy="2640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000" b="1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Client’s</a:t>
            </a:r>
          </a:p>
          <a:p>
            <a:pPr algn="l">
              <a:lnSpc>
                <a:spcPts val="10080"/>
              </a:lnSpc>
            </a:pPr>
            <a:r>
              <a:rPr lang="en-US" sz="7000" b="1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Style.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325985" y="3296920"/>
            <a:ext cx="5200015" cy="442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Which style's do you like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325984" y="3759225"/>
            <a:ext cx="1694816" cy="3462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56"/>
              </a:lnSpc>
            </a:pPr>
            <a:r>
              <a:rPr lang="en-US" sz="176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Which style's do you like1</a:t>
            </a: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8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2325985" y="7090916"/>
            <a:ext cx="5504815" cy="2269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Can you explain your picture selection?1</a:t>
            </a:r>
          </a:p>
          <a:p>
            <a:pPr algn="l">
              <a:lnSpc>
                <a:spcPts val="3024"/>
              </a:lnSpc>
            </a:pPr>
            <a:endParaRPr lang="en-US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024"/>
              </a:lnSpc>
            </a:pPr>
            <a:endParaRPr lang="en-US" sz="1800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024"/>
              </a:lnSpc>
            </a:pPr>
            <a:endParaRPr lang="en-US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024"/>
              </a:lnSpc>
            </a:pPr>
            <a:endParaRPr lang="en-US" sz="1800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024"/>
              </a:lnSpc>
            </a:pPr>
            <a:endParaRPr lang="en-US" sz="1800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2" name="Group 16"/>
          <p:cNvGrpSpPr/>
          <p:nvPr/>
        </p:nvGrpSpPr>
        <p:grpSpPr>
          <a:xfrm rot="-5400000">
            <a:off x="624269" y="404407"/>
            <a:ext cx="546735" cy="1795272"/>
            <a:chOff x="0" y="0"/>
            <a:chExt cx="728980" cy="2393696"/>
          </a:xfrm>
        </p:grpSpPr>
        <p:sp>
          <p:nvSpPr>
            <p:cNvPr id="33" name="Freeform 17"/>
            <p:cNvSpPr/>
            <p:nvPr/>
          </p:nvSpPr>
          <p:spPr>
            <a:xfrm>
              <a:off x="0" y="0"/>
              <a:ext cx="728980" cy="2393696"/>
            </a:xfrm>
            <a:custGeom>
              <a:avLst/>
              <a:gdLst/>
              <a:ahLst/>
              <a:cxnLst/>
              <a:rect l="l" t="t" r="r" b="b"/>
              <a:pathLst>
                <a:path w="728980" h="2393696">
                  <a:moveTo>
                    <a:pt x="0" y="0"/>
                  </a:moveTo>
                  <a:lnTo>
                    <a:pt x="728980" y="0"/>
                  </a:lnTo>
                  <a:lnTo>
                    <a:pt x="728980" y="2393696"/>
                  </a:lnTo>
                  <a:lnTo>
                    <a:pt x="0" y="2393696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34" name="TextBox 18"/>
          <p:cNvSpPr txBox="1"/>
          <p:nvPr/>
        </p:nvSpPr>
        <p:spPr>
          <a:xfrm>
            <a:off x="1066800" y="1028700"/>
            <a:ext cx="914400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/NO.</a:t>
            </a:r>
          </a:p>
        </p:txBody>
      </p:sp>
      <p:grpSp>
        <p:nvGrpSpPr>
          <p:cNvPr id="35" name="Group 20"/>
          <p:cNvGrpSpPr/>
          <p:nvPr/>
        </p:nvGrpSpPr>
        <p:grpSpPr>
          <a:xfrm rot="44536">
            <a:off x="12301922" y="9210675"/>
            <a:ext cx="2224850" cy="19050"/>
            <a:chOff x="0" y="0"/>
            <a:chExt cx="2966466" cy="25400"/>
          </a:xfrm>
        </p:grpSpPr>
        <p:sp>
          <p:nvSpPr>
            <p:cNvPr id="36" name="Freeform 21"/>
            <p:cNvSpPr/>
            <p:nvPr/>
          </p:nvSpPr>
          <p:spPr>
            <a:xfrm>
              <a:off x="0" y="0"/>
              <a:ext cx="2966466" cy="25400"/>
            </a:xfrm>
            <a:custGeom>
              <a:avLst/>
              <a:gdLst/>
              <a:ahLst/>
              <a:cxnLst/>
              <a:rect l="l" t="t" r="r" b="b"/>
              <a:pathLst>
                <a:path w="2966466" h="25400">
                  <a:moveTo>
                    <a:pt x="12700" y="0"/>
                  </a:moveTo>
                  <a:lnTo>
                    <a:pt x="2953766" y="0"/>
                  </a:lnTo>
                  <a:cubicBezTo>
                    <a:pt x="2960751" y="0"/>
                    <a:pt x="2966466" y="5715"/>
                    <a:pt x="2966466" y="12700"/>
                  </a:cubicBezTo>
                  <a:cubicBezTo>
                    <a:pt x="2966466" y="19685"/>
                    <a:pt x="2960751" y="25400"/>
                    <a:pt x="2953766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292929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37" name="TextBox 25"/>
          <p:cNvSpPr txBox="1"/>
          <p:nvPr/>
        </p:nvSpPr>
        <p:spPr>
          <a:xfrm>
            <a:off x="14554200" y="9029700"/>
            <a:ext cx="2756469" cy="44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49"/>
              </a:lnSpc>
            </a:pPr>
            <a:r>
              <a:rPr lang="en-US" sz="1398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Project Brief | DD MM YYYY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20"/>
          <p:cNvGrpSpPr/>
          <p:nvPr/>
        </p:nvGrpSpPr>
        <p:grpSpPr>
          <a:xfrm rot="44536">
            <a:off x="12301922" y="9210675"/>
            <a:ext cx="2224850" cy="19050"/>
            <a:chOff x="0" y="0"/>
            <a:chExt cx="2966466" cy="254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966466" cy="25400"/>
            </a:xfrm>
            <a:custGeom>
              <a:avLst/>
              <a:gdLst/>
              <a:ahLst/>
              <a:cxnLst/>
              <a:rect l="l" t="t" r="r" b="b"/>
              <a:pathLst>
                <a:path w="2966466" h="25400">
                  <a:moveTo>
                    <a:pt x="12700" y="0"/>
                  </a:moveTo>
                  <a:lnTo>
                    <a:pt x="2953766" y="0"/>
                  </a:lnTo>
                  <a:cubicBezTo>
                    <a:pt x="2960751" y="0"/>
                    <a:pt x="2966466" y="5715"/>
                    <a:pt x="2966466" y="12700"/>
                  </a:cubicBezTo>
                  <a:cubicBezTo>
                    <a:pt x="2966466" y="19685"/>
                    <a:pt x="2960751" y="25400"/>
                    <a:pt x="2953766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292929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2325827" y="238125"/>
            <a:ext cx="3930600" cy="2640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000" b="1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Client’s</a:t>
            </a:r>
          </a:p>
          <a:p>
            <a:pPr algn="l">
              <a:lnSpc>
                <a:spcPts val="10080"/>
              </a:lnSpc>
            </a:pPr>
            <a:r>
              <a:rPr lang="en-US" sz="7000" b="1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Style.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325985" y="3296920"/>
            <a:ext cx="5200015" cy="442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Which style's do you like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325984" y="3759225"/>
            <a:ext cx="1694816" cy="3462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56"/>
              </a:lnSpc>
            </a:pPr>
            <a:r>
              <a:rPr lang="en-US" sz="176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Which style's do you like1</a:t>
            </a: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8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2319230" y="7306486"/>
            <a:ext cx="5007851" cy="1884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Can you explain your picture selection?1</a:t>
            </a:r>
          </a:p>
          <a:p>
            <a:pPr algn="l">
              <a:lnSpc>
                <a:spcPts val="3024"/>
              </a:lnSpc>
            </a:pPr>
            <a:endParaRPr lang="en-US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024"/>
              </a:lnSpc>
            </a:pPr>
            <a:endParaRPr lang="en-US" sz="1800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024"/>
              </a:lnSpc>
            </a:pPr>
            <a:endParaRPr lang="en-US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024"/>
              </a:lnSpc>
            </a:pPr>
            <a:endParaRPr lang="en-US" sz="1800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1" name="Group 16"/>
          <p:cNvGrpSpPr/>
          <p:nvPr/>
        </p:nvGrpSpPr>
        <p:grpSpPr>
          <a:xfrm rot="-5400000">
            <a:off x="624269" y="404407"/>
            <a:ext cx="546735" cy="1795272"/>
            <a:chOff x="0" y="0"/>
            <a:chExt cx="728980" cy="2393696"/>
          </a:xfrm>
        </p:grpSpPr>
        <p:sp>
          <p:nvSpPr>
            <p:cNvPr id="32" name="Freeform 17"/>
            <p:cNvSpPr/>
            <p:nvPr/>
          </p:nvSpPr>
          <p:spPr>
            <a:xfrm>
              <a:off x="0" y="0"/>
              <a:ext cx="728980" cy="2393696"/>
            </a:xfrm>
            <a:custGeom>
              <a:avLst/>
              <a:gdLst/>
              <a:ahLst/>
              <a:cxnLst/>
              <a:rect l="l" t="t" r="r" b="b"/>
              <a:pathLst>
                <a:path w="728980" h="2393696">
                  <a:moveTo>
                    <a:pt x="0" y="0"/>
                  </a:moveTo>
                  <a:lnTo>
                    <a:pt x="728980" y="0"/>
                  </a:lnTo>
                  <a:lnTo>
                    <a:pt x="728980" y="2393696"/>
                  </a:lnTo>
                  <a:lnTo>
                    <a:pt x="0" y="2393696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33" name="TextBox 18"/>
          <p:cNvSpPr txBox="1"/>
          <p:nvPr/>
        </p:nvSpPr>
        <p:spPr>
          <a:xfrm>
            <a:off x="1066800" y="1028700"/>
            <a:ext cx="914400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/NO.</a:t>
            </a:r>
          </a:p>
        </p:txBody>
      </p:sp>
      <p:grpSp>
        <p:nvGrpSpPr>
          <p:cNvPr id="45" name="Group 20"/>
          <p:cNvGrpSpPr/>
          <p:nvPr/>
        </p:nvGrpSpPr>
        <p:grpSpPr>
          <a:xfrm rot="44536">
            <a:off x="12301922" y="9210675"/>
            <a:ext cx="2224850" cy="19050"/>
            <a:chOff x="0" y="0"/>
            <a:chExt cx="2966466" cy="25400"/>
          </a:xfrm>
        </p:grpSpPr>
        <p:sp>
          <p:nvSpPr>
            <p:cNvPr id="46" name="Freeform 21"/>
            <p:cNvSpPr/>
            <p:nvPr/>
          </p:nvSpPr>
          <p:spPr>
            <a:xfrm>
              <a:off x="0" y="0"/>
              <a:ext cx="2966466" cy="25400"/>
            </a:xfrm>
            <a:custGeom>
              <a:avLst/>
              <a:gdLst/>
              <a:ahLst/>
              <a:cxnLst/>
              <a:rect l="l" t="t" r="r" b="b"/>
              <a:pathLst>
                <a:path w="2966466" h="25400">
                  <a:moveTo>
                    <a:pt x="12700" y="0"/>
                  </a:moveTo>
                  <a:lnTo>
                    <a:pt x="2953766" y="0"/>
                  </a:lnTo>
                  <a:cubicBezTo>
                    <a:pt x="2960751" y="0"/>
                    <a:pt x="2966466" y="5715"/>
                    <a:pt x="2966466" y="12700"/>
                  </a:cubicBezTo>
                  <a:cubicBezTo>
                    <a:pt x="2966466" y="19685"/>
                    <a:pt x="2960751" y="25400"/>
                    <a:pt x="2953766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292929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47" name="TextBox 25"/>
          <p:cNvSpPr txBox="1"/>
          <p:nvPr/>
        </p:nvSpPr>
        <p:spPr>
          <a:xfrm>
            <a:off x="14554200" y="9029700"/>
            <a:ext cx="2756469" cy="44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49"/>
              </a:lnSpc>
            </a:pPr>
            <a:r>
              <a:rPr lang="en-US" sz="1398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Project Brief | DD MM YYYY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6"/>
          <p:cNvSpPr txBox="1"/>
          <p:nvPr/>
        </p:nvSpPr>
        <p:spPr>
          <a:xfrm>
            <a:off x="12325827" y="238125"/>
            <a:ext cx="3930600" cy="2640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000" b="1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Client’s</a:t>
            </a:r>
          </a:p>
          <a:p>
            <a:pPr algn="l">
              <a:lnSpc>
                <a:spcPts val="10080"/>
              </a:lnSpc>
            </a:pPr>
            <a:r>
              <a:rPr lang="en-US" sz="7000" b="1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Style.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325985" y="3296920"/>
            <a:ext cx="5200015" cy="442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Which style's do you like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325984" y="3759225"/>
            <a:ext cx="1771016" cy="3462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56"/>
              </a:lnSpc>
            </a:pPr>
            <a:r>
              <a:rPr lang="en-US" sz="176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Which style's do you like1</a:t>
            </a: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8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2328173" y="7378576"/>
            <a:ext cx="5007851" cy="1499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Can you explain your picture selection?1</a:t>
            </a:r>
          </a:p>
          <a:p>
            <a:pPr algn="l">
              <a:lnSpc>
                <a:spcPts val="3024"/>
              </a:lnSpc>
            </a:pPr>
            <a:endParaRPr lang="en-US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024"/>
              </a:lnSpc>
            </a:pPr>
            <a:endParaRPr lang="en-US" sz="1800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024"/>
              </a:lnSpc>
            </a:pPr>
            <a:endParaRPr lang="en-US" sz="1800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1" name="Group 16"/>
          <p:cNvGrpSpPr/>
          <p:nvPr/>
        </p:nvGrpSpPr>
        <p:grpSpPr>
          <a:xfrm rot="-5400000">
            <a:off x="624269" y="404407"/>
            <a:ext cx="546735" cy="1795272"/>
            <a:chOff x="0" y="0"/>
            <a:chExt cx="728980" cy="2393696"/>
          </a:xfrm>
        </p:grpSpPr>
        <p:sp>
          <p:nvSpPr>
            <p:cNvPr id="32" name="Freeform 17"/>
            <p:cNvSpPr/>
            <p:nvPr/>
          </p:nvSpPr>
          <p:spPr>
            <a:xfrm>
              <a:off x="0" y="0"/>
              <a:ext cx="728980" cy="2393696"/>
            </a:xfrm>
            <a:custGeom>
              <a:avLst/>
              <a:gdLst/>
              <a:ahLst/>
              <a:cxnLst/>
              <a:rect l="l" t="t" r="r" b="b"/>
              <a:pathLst>
                <a:path w="728980" h="2393696">
                  <a:moveTo>
                    <a:pt x="0" y="0"/>
                  </a:moveTo>
                  <a:lnTo>
                    <a:pt x="728980" y="0"/>
                  </a:lnTo>
                  <a:lnTo>
                    <a:pt x="728980" y="2393696"/>
                  </a:lnTo>
                  <a:lnTo>
                    <a:pt x="0" y="2393696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33" name="TextBox 18"/>
          <p:cNvSpPr txBox="1"/>
          <p:nvPr/>
        </p:nvSpPr>
        <p:spPr>
          <a:xfrm>
            <a:off x="1066800" y="1028700"/>
            <a:ext cx="914400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/NO.</a:t>
            </a:r>
          </a:p>
        </p:txBody>
      </p:sp>
      <p:grpSp>
        <p:nvGrpSpPr>
          <p:cNvPr id="34" name="Group 20"/>
          <p:cNvGrpSpPr/>
          <p:nvPr/>
        </p:nvGrpSpPr>
        <p:grpSpPr>
          <a:xfrm rot="44536">
            <a:off x="12301922" y="9210675"/>
            <a:ext cx="2224850" cy="19050"/>
            <a:chOff x="0" y="0"/>
            <a:chExt cx="2966466" cy="25400"/>
          </a:xfrm>
        </p:grpSpPr>
        <p:sp>
          <p:nvSpPr>
            <p:cNvPr id="35" name="Freeform 21"/>
            <p:cNvSpPr/>
            <p:nvPr/>
          </p:nvSpPr>
          <p:spPr>
            <a:xfrm>
              <a:off x="0" y="0"/>
              <a:ext cx="2966466" cy="25400"/>
            </a:xfrm>
            <a:custGeom>
              <a:avLst/>
              <a:gdLst/>
              <a:ahLst/>
              <a:cxnLst/>
              <a:rect l="l" t="t" r="r" b="b"/>
              <a:pathLst>
                <a:path w="2966466" h="25400">
                  <a:moveTo>
                    <a:pt x="12700" y="0"/>
                  </a:moveTo>
                  <a:lnTo>
                    <a:pt x="2953766" y="0"/>
                  </a:lnTo>
                  <a:cubicBezTo>
                    <a:pt x="2960751" y="0"/>
                    <a:pt x="2966466" y="5715"/>
                    <a:pt x="2966466" y="12700"/>
                  </a:cubicBezTo>
                  <a:cubicBezTo>
                    <a:pt x="2966466" y="19685"/>
                    <a:pt x="2960751" y="25400"/>
                    <a:pt x="2953766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292929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36" name="TextBox 25"/>
          <p:cNvSpPr txBox="1"/>
          <p:nvPr/>
        </p:nvSpPr>
        <p:spPr>
          <a:xfrm>
            <a:off x="14554200" y="9029700"/>
            <a:ext cx="2756469" cy="44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49"/>
              </a:lnSpc>
            </a:pPr>
            <a:r>
              <a:rPr lang="en-US" sz="1398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Project Brief | DD MM YYYY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6"/>
          <p:cNvSpPr txBox="1"/>
          <p:nvPr/>
        </p:nvSpPr>
        <p:spPr>
          <a:xfrm>
            <a:off x="12325827" y="238125"/>
            <a:ext cx="3930600" cy="2640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000" b="1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Client’s</a:t>
            </a:r>
          </a:p>
          <a:p>
            <a:pPr algn="l">
              <a:lnSpc>
                <a:spcPts val="10080"/>
              </a:lnSpc>
            </a:pPr>
            <a:r>
              <a:rPr lang="en-US" sz="7000" b="1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Style.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325985" y="3296920"/>
            <a:ext cx="5200015" cy="442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Which style's do you like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325984" y="3759225"/>
            <a:ext cx="1771015" cy="3462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56"/>
              </a:lnSpc>
            </a:pPr>
            <a:r>
              <a:rPr lang="en-US" sz="176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Which style's do you like1</a:t>
            </a: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8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2325828" y="7406712"/>
            <a:ext cx="5007851" cy="1499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Can you explain your picture selection?1</a:t>
            </a:r>
          </a:p>
          <a:p>
            <a:pPr algn="l">
              <a:lnSpc>
                <a:spcPts val="3024"/>
              </a:lnSpc>
            </a:pPr>
            <a:endParaRPr lang="en-US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024"/>
              </a:lnSpc>
            </a:pPr>
            <a:endParaRPr lang="en-US" sz="1800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024"/>
              </a:lnSpc>
            </a:pPr>
            <a:endParaRPr lang="en-US" sz="1800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1" name="Group 16"/>
          <p:cNvGrpSpPr/>
          <p:nvPr/>
        </p:nvGrpSpPr>
        <p:grpSpPr>
          <a:xfrm rot="-5400000">
            <a:off x="624269" y="404407"/>
            <a:ext cx="546735" cy="1795272"/>
            <a:chOff x="0" y="0"/>
            <a:chExt cx="728980" cy="2393696"/>
          </a:xfrm>
        </p:grpSpPr>
        <p:sp>
          <p:nvSpPr>
            <p:cNvPr id="32" name="Freeform 17"/>
            <p:cNvSpPr/>
            <p:nvPr/>
          </p:nvSpPr>
          <p:spPr>
            <a:xfrm>
              <a:off x="0" y="0"/>
              <a:ext cx="728980" cy="2393696"/>
            </a:xfrm>
            <a:custGeom>
              <a:avLst/>
              <a:gdLst/>
              <a:ahLst/>
              <a:cxnLst/>
              <a:rect l="l" t="t" r="r" b="b"/>
              <a:pathLst>
                <a:path w="728980" h="2393696">
                  <a:moveTo>
                    <a:pt x="0" y="0"/>
                  </a:moveTo>
                  <a:lnTo>
                    <a:pt x="728980" y="0"/>
                  </a:lnTo>
                  <a:lnTo>
                    <a:pt x="728980" y="2393696"/>
                  </a:lnTo>
                  <a:lnTo>
                    <a:pt x="0" y="2393696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33" name="TextBox 18"/>
          <p:cNvSpPr txBox="1"/>
          <p:nvPr/>
        </p:nvSpPr>
        <p:spPr>
          <a:xfrm>
            <a:off x="1066800" y="1028700"/>
            <a:ext cx="914400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/NO.</a:t>
            </a:r>
          </a:p>
        </p:txBody>
      </p:sp>
      <p:grpSp>
        <p:nvGrpSpPr>
          <p:cNvPr id="34" name="Group 20"/>
          <p:cNvGrpSpPr/>
          <p:nvPr/>
        </p:nvGrpSpPr>
        <p:grpSpPr>
          <a:xfrm rot="44536">
            <a:off x="12301922" y="9210675"/>
            <a:ext cx="2224850" cy="19050"/>
            <a:chOff x="0" y="0"/>
            <a:chExt cx="2966466" cy="25400"/>
          </a:xfrm>
        </p:grpSpPr>
        <p:sp>
          <p:nvSpPr>
            <p:cNvPr id="35" name="Freeform 21"/>
            <p:cNvSpPr/>
            <p:nvPr/>
          </p:nvSpPr>
          <p:spPr>
            <a:xfrm>
              <a:off x="0" y="0"/>
              <a:ext cx="2966466" cy="25400"/>
            </a:xfrm>
            <a:custGeom>
              <a:avLst/>
              <a:gdLst/>
              <a:ahLst/>
              <a:cxnLst/>
              <a:rect l="l" t="t" r="r" b="b"/>
              <a:pathLst>
                <a:path w="2966466" h="25400">
                  <a:moveTo>
                    <a:pt x="12700" y="0"/>
                  </a:moveTo>
                  <a:lnTo>
                    <a:pt x="2953766" y="0"/>
                  </a:lnTo>
                  <a:cubicBezTo>
                    <a:pt x="2960751" y="0"/>
                    <a:pt x="2966466" y="5715"/>
                    <a:pt x="2966466" y="12700"/>
                  </a:cubicBezTo>
                  <a:cubicBezTo>
                    <a:pt x="2966466" y="19685"/>
                    <a:pt x="2960751" y="25400"/>
                    <a:pt x="2953766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292929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36" name="TextBox 25"/>
          <p:cNvSpPr txBox="1"/>
          <p:nvPr/>
        </p:nvSpPr>
        <p:spPr>
          <a:xfrm>
            <a:off x="14554200" y="9029700"/>
            <a:ext cx="2756469" cy="44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49"/>
              </a:lnSpc>
            </a:pPr>
            <a:r>
              <a:rPr lang="en-US" sz="1398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Project Brief | DD MM YYYY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6"/>
          <p:cNvSpPr txBox="1"/>
          <p:nvPr/>
        </p:nvSpPr>
        <p:spPr>
          <a:xfrm>
            <a:off x="12325827" y="238125"/>
            <a:ext cx="3930600" cy="2640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000" b="1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Client’s</a:t>
            </a:r>
          </a:p>
          <a:p>
            <a:pPr algn="l">
              <a:lnSpc>
                <a:spcPts val="10080"/>
              </a:lnSpc>
            </a:pPr>
            <a:r>
              <a:rPr lang="en-US" sz="7000" b="1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Style.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325985" y="3296920"/>
            <a:ext cx="5200015" cy="442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Which style's do you like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325984" y="3759225"/>
            <a:ext cx="1771015" cy="3462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56"/>
              </a:lnSpc>
            </a:pPr>
            <a:r>
              <a:rPr lang="en-US" sz="176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Which style's do you like1</a:t>
            </a: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8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2319966" y="7493440"/>
            <a:ext cx="5007851" cy="1499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Can you explain your picture selection?1</a:t>
            </a:r>
          </a:p>
          <a:p>
            <a:pPr algn="l">
              <a:lnSpc>
                <a:spcPts val="3024"/>
              </a:lnSpc>
            </a:pPr>
            <a:endParaRPr lang="en-US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024"/>
              </a:lnSpc>
            </a:pPr>
            <a:endParaRPr lang="en-US" sz="1800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024"/>
              </a:lnSpc>
            </a:pPr>
            <a:endParaRPr lang="en-US" sz="1800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1" name="Group 16"/>
          <p:cNvGrpSpPr/>
          <p:nvPr/>
        </p:nvGrpSpPr>
        <p:grpSpPr>
          <a:xfrm rot="-5400000">
            <a:off x="624269" y="404407"/>
            <a:ext cx="546735" cy="1795272"/>
            <a:chOff x="0" y="0"/>
            <a:chExt cx="728980" cy="2393696"/>
          </a:xfrm>
        </p:grpSpPr>
        <p:sp>
          <p:nvSpPr>
            <p:cNvPr id="32" name="Freeform 17"/>
            <p:cNvSpPr/>
            <p:nvPr/>
          </p:nvSpPr>
          <p:spPr>
            <a:xfrm>
              <a:off x="0" y="0"/>
              <a:ext cx="728980" cy="2393696"/>
            </a:xfrm>
            <a:custGeom>
              <a:avLst/>
              <a:gdLst/>
              <a:ahLst/>
              <a:cxnLst/>
              <a:rect l="l" t="t" r="r" b="b"/>
              <a:pathLst>
                <a:path w="728980" h="2393696">
                  <a:moveTo>
                    <a:pt x="0" y="0"/>
                  </a:moveTo>
                  <a:lnTo>
                    <a:pt x="728980" y="0"/>
                  </a:lnTo>
                  <a:lnTo>
                    <a:pt x="728980" y="2393696"/>
                  </a:lnTo>
                  <a:lnTo>
                    <a:pt x="0" y="2393696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33" name="TextBox 18"/>
          <p:cNvSpPr txBox="1"/>
          <p:nvPr/>
        </p:nvSpPr>
        <p:spPr>
          <a:xfrm>
            <a:off x="1066800" y="1028700"/>
            <a:ext cx="914400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/NO.</a:t>
            </a:r>
          </a:p>
        </p:txBody>
      </p:sp>
      <p:grpSp>
        <p:nvGrpSpPr>
          <p:cNvPr id="34" name="Group 20"/>
          <p:cNvGrpSpPr/>
          <p:nvPr/>
        </p:nvGrpSpPr>
        <p:grpSpPr>
          <a:xfrm rot="44536">
            <a:off x="12301922" y="9210675"/>
            <a:ext cx="2224850" cy="19050"/>
            <a:chOff x="0" y="0"/>
            <a:chExt cx="2966466" cy="25400"/>
          </a:xfrm>
        </p:grpSpPr>
        <p:sp>
          <p:nvSpPr>
            <p:cNvPr id="35" name="Freeform 21"/>
            <p:cNvSpPr/>
            <p:nvPr/>
          </p:nvSpPr>
          <p:spPr>
            <a:xfrm>
              <a:off x="0" y="0"/>
              <a:ext cx="2966466" cy="25400"/>
            </a:xfrm>
            <a:custGeom>
              <a:avLst/>
              <a:gdLst/>
              <a:ahLst/>
              <a:cxnLst/>
              <a:rect l="l" t="t" r="r" b="b"/>
              <a:pathLst>
                <a:path w="2966466" h="25400">
                  <a:moveTo>
                    <a:pt x="12700" y="0"/>
                  </a:moveTo>
                  <a:lnTo>
                    <a:pt x="2953766" y="0"/>
                  </a:lnTo>
                  <a:cubicBezTo>
                    <a:pt x="2960751" y="0"/>
                    <a:pt x="2966466" y="5715"/>
                    <a:pt x="2966466" y="12700"/>
                  </a:cubicBezTo>
                  <a:cubicBezTo>
                    <a:pt x="2966466" y="19685"/>
                    <a:pt x="2960751" y="25400"/>
                    <a:pt x="2953766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292929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36" name="TextBox 25"/>
          <p:cNvSpPr txBox="1"/>
          <p:nvPr/>
        </p:nvSpPr>
        <p:spPr>
          <a:xfrm>
            <a:off x="14554200" y="9029700"/>
            <a:ext cx="2756469" cy="44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49"/>
              </a:lnSpc>
            </a:pPr>
            <a:r>
              <a:rPr lang="en-US" sz="1398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Project Brief | DD MM YYYY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6"/>
          <p:cNvSpPr txBox="1"/>
          <p:nvPr/>
        </p:nvSpPr>
        <p:spPr>
          <a:xfrm>
            <a:off x="12325827" y="238125"/>
            <a:ext cx="3930600" cy="2640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000" b="1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Client’s</a:t>
            </a:r>
          </a:p>
          <a:p>
            <a:pPr algn="l">
              <a:lnSpc>
                <a:spcPts val="10080"/>
              </a:lnSpc>
            </a:pPr>
            <a:r>
              <a:rPr lang="en-US" sz="7000" b="1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Style.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325985" y="3296920"/>
            <a:ext cx="5200015" cy="442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Which style's do you like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325827" y="3797051"/>
            <a:ext cx="1694815" cy="3462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56"/>
              </a:lnSpc>
            </a:pPr>
            <a:r>
              <a:rPr lang="en-US" sz="176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Which style's do you like1</a:t>
            </a: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8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2325828" y="7401848"/>
            <a:ext cx="5007851" cy="1499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Can you explain your picture selection?1</a:t>
            </a:r>
          </a:p>
          <a:p>
            <a:pPr algn="l">
              <a:lnSpc>
                <a:spcPts val="3024"/>
              </a:lnSpc>
            </a:pPr>
            <a:endParaRPr lang="en-US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024"/>
              </a:lnSpc>
            </a:pPr>
            <a:endParaRPr lang="en-US" sz="1800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024"/>
              </a:lnSpc>
            </a:pPr>
            <a:endParaRPr lang="en-US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1" name="Group 16"/>
          <p:cNvGrpSpPr/>
          <p:nvPr/>
        </p:nvGrpSpPr>
        <p:grpSpPr>
          <a:xfrm rot="-5400000">
            <a:off x="624269" y="404407"/>
            <a:ext cx="546735" cy="1795272"/>
            <a:chOff x="0" y="0"/>
            <a:chExt cx="728980" cy="2393696"/>
          </a:xfrm>
        </p:grpSpPr>
        <p:sp>
          <p:nvSpPr>
            <p:cNvPr id="32" name="Freeform 17"/>
            <p:cNvSpPr/>
            <p:nvPr/>
          </p:nvSpPr>
          <p:spPr>
            <a:xfrm>
              <a:off x="0" y="0"/>
              <a:ext cx="728980" cy="2393696"/>
            </a:xfrm>
            <a:custGeom>
              <a:avLst/>
              <a:gdLst/>
              <a:ahLst/>
              <a:cxnLst/>
              <a:rect l="l" t="t" r="r" b="b"/>
              <a:pathLst>
                <a:path w="728980" h="2393696">
                  <a:moveTo>
                    <a:pt x="0" y="0"/>
                  </a:moveTo>
                  <a:lnTo>
                    <a:pt x="728980" y="0"/>
                  </a:lnTo>
                  <a:lnTo>
                    <a:pt x="728980" y="2393696"/>
                  </a:lnTo>
                  <a:lnTo>
                    <a:pt x="0" y="2393696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33" name="TextBox 18"/>
          <p:cNvSpPr txBox="1"/>
          <p:nvPr/>
        </p:nvSpPr>
        <p:spPr>
          <a:xfrm>
            <a:off x="1066800" y="1028700"/>
            <a:ext cx="914400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/NO.</a:t>
            </a:r>
          </a:p>
        </p:txBody>
      </p:sp>
      <p:grpSp>
        <p:nvGrpSpPr>
          <p:cNvPr id="36" name="Group 20"/>
          <p:cNvGrpSpPr/>
          <p:nvPr/>
        </p:nvGrpSpPr>
        <p:grpSpPr>
          <a:xfrm rot="44536">
            <a:off x="12301922" y="9210675"/>
            <a:ext cx="2224850" cy="19050"/>
            <a:chOff x="0" y="0"/>
            <a:chExt cx="2966466" cy="25400"/>
          </a:xfrm>
        </p:grpSpPr>
        <p:sp>
          <p:nvSpPr>
            <p:cNvPr id="37" name="Freeform 21"/>
            <p:cNvSpPr/>
            <p:nvPr/>
          </p:nvSpPr>
          <p:spPr>
            <a:xfrm>
              <a:off x="0" y="0"/>
              <a:ext cx="2966466" cy="25400"/>
            </a:xfrm>
            <a:custGeom>
              <a:avLst/>
              <a:gdLst/>
              <a:ahLst/>
              <a:cxnLst/>
              <a:rect l="l" t="t" r="r" b="b"/>
              <a:pathLst>
                <a:path w="2966466" h="25400">
                  <a:moveTo>
                    <a:pt x="12700" y="0"/>
                  </a:moveTo>
                  <a:lnTo>
                    <a:pt x="2953766" y="0"/>
                  </a:lnTo>
                  <a:cubicBezTo>
                    <a:pt x="2960751" y="0"/>
                    <a:pt x="2966466" y="5715"/>
                    <a:pt x="2966466" y="12700"/>
                  </a:cubicBezTo>
                  <a:cubicBezTo>
                    <a:pt x="2966466" y="19685"/>
                    <a:pt x="2960751" y="25400"/>
                    <a:pt x="2953766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292929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38" name="TextBox 25"/>
          <p:cNvSpPr txBox="1"/>
          <p:nvPr/>
        </p:nvSpPr>
        <p:spPr>
          <a:xfrm>
            <a:off x="14554200" y="9029700"/>
            <a:ext cx="2756469" cy="44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49"/>
              </a:lnSpc>
            </a:pPr>
            <a:r>
              <a:rPr lang="en-US" sz="1398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Project Brief | DD MM YYYY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423</Words>
  <Application>Microsoft Office PowerPoint</Application>
  <PresentationFormat>Custom</PresentationFormat>
  <Paragraphs>190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Montserrat Bold</vt:lpstr>
      <vt:lpstr>Montserrat</vt:lpstr>
      <vt:lpstr>Calibri</vt:lpstr>
      <vt:lpstr>Arial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Which style's do you like</dc:title>
  <dc:creator>Delphine LEON</dc:creator>
  <cp:lastModifiedBy>Priya Rathor</cp:lastModifiedBy>
  <cp:revision>12</cp:revision>
  <dcterms:created xsi:type="dcterms:W3CDTF">2006-08-16T00:00:00Z</dcterms:created>
  <dcterms:modified xsi:type="dcterms:W3CDTF">2025-12-11T05:40:41Z</dcterms:modified>
  <dc:identifier>DAG4wGeUd_E</dc:identifier>
</cp:coreProperties>
</file>